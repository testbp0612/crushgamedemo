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7" r:id="rId2"/>
    <p:sldId id="260" r:id="rId3"/>
    <p:sldId id="261" r:id="rId4"/>
    <p:sldId id="263" r:id="rId5"/>
    <p:sldId id="262" r:id="rId6"/>
    <p:sldId id="265" r:id="rId7"/>
    <p:sldId id="264" r:id="rId8"/>
    <p:sldId id="266" r:id="rId9"/>
    <p:sldId id="267" r:id="rId10"/>
    <p:sldId id="268" r:id="rId11"/>
    <p:sldId id="271" r:id="rId12"/>
    <p:sldId id="272" r:id="rId13"/>
    <p:sldId id="273" r:id="rId14"/>
    <p:sldId id="274" r:id="rId15"/>
    <p:sldId id="275" r:id="rId16"/>
    <p:sldId id="276" r:id="rId17"/>
    <p:sldId id="277" r:id="rId18"/>
    <p:sldId id="278" r:id="rId19"/>
    <p:sldId id="27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2A1"/>
    <a:srgbClr val="F2B598"/>
    <a:srgbClr val="F2D9C8"/>
    <a:srgbClr val="F9DFCE"/>
    <a:srgbClr val="FFE6D4"/>
    <a:srgbClr val="F3C980"/>
    <a:srgbClr val="FFDA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734"/>
    <p:restoredTop sz="93982"/>
  </p:normalViewPr>
  <p:slideViewPr>
    <p:cSldViewPr snapToGrid="0">
      <p:cViewPr>
        <p:scale>
          <a:sx n="116" d="100"/>
          <a:sy n="116" d="100"/>
        </p:scale>
        <p:origin x="248" y="9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378E1-0F2C-AA4A-9831-5F5B03A1BE6B}" type="datetimeFigureOut">
              <a:t>2026/7/16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A6A1D-5CFE-8C44-A742-365E9165A0C7}" type="slidenum">
              <a:t>‹#›</a:t>
            </a:fld>
            <a:endParaRPr lang="en-US"/>
          </a:p>
        </p:txBody>
      </p:sp>
    </p:spTree>
    <p:extLst>
      <p:ext uri="{BB962C8B-B14F-4D97-AF65-F5344CB8AC3E}">
        <p14:creationId xmlns:p14="http://schemas.microsoft.com/office/powerpoint/2010/main" val="2619761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AA6A1D-5CFE-8C44-A742-365E9165A0C7}" type="slidenum">
              <a:t>2</a:t>
            </a:fld>
            <a:endParaRPr lang="en-US"/>
          </a:p>
        </p:txBody>
      </p:sp>
    </p:spTree>
    <p:extLst>
      <p:ext uri="{BB962C8B-B14F-4D97-AF65-F5344CB8AC3E}">
        <p14:creationId xmlns:p14="http://schemas.microsoft.com/office/powerpoint/2010/main" val="1812113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AA6A1D-5CFE-8C44-A742-365E9165A0C7}" type="slidenum">
              <a:t>4</a:t>
            </a:fld>
            <a:endParaRPr lang="en-US"/>
          </a:p>
        </p:txBody>
      </p:sp>
    </p:spTree>
    <p:extLst>
      <p:ext uri="{BB962C8B-B14F-4D97-AF65-F5344CB8AC3E}">
        <p14:creationId xmlns:p14="http://schemas.microsoft.com/office/powerpoint/2010/main" val="4032832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AA6A1D-5CFE-8C44-A742-365E9165A0C7}" type="slidenum">
              <a:t>5</a:t>
            </a:fld>
            <a:endParaRPr lang="en-US"/>
          </a:p>
        </p:txBody>
      </p:sp>
    </p:spTree>
    <p:extLst>
      <p:ext uri="{BB962C8B-B14F-4D97-AF65-F5344CB8AC3E}">
        <p14:creationId xmlns:p14="http://schemas.microsoft.com/office/powerpoint/2010/main" val="2516422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AA6A1D-5CFE-8C44-A742-365E9165A0C7}" type="slidenum">
              <a:t>8</a:t>
            </a:fld>
            <a:endParaRPr lang="en-US"/>
          </a:p>
        </p:txBody>
      </p:sp>
    </p:spTree>
    <p:extLst>
      <p:ext uri="{BB962C8B-B14F-4D97-AF65-F5344CB8AC3E}">
        <p14:creationId xmlns:p14="http://schemas.microsoft.com/office/powerpoint/2010/main" val="1300710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AA6A1D-5CFE-8C44-A742-365E9165A0C7}" type="slidenum">
              <a:rPr lang="en-ID"/>
              <a:t>15</a:t>
            </a:fld>
            <a:endParaRPr lang="en-ID"/>
          </a:p>
        </p:txBody>
      </p:sp>
    </p:spTree>
    <p:extLst>
      <p:ext uri="{BB962C8B-B14F-4D97-AF65-F5344CB8AC3E}">
        <p14:creationId xmlns:p14="http://schemas.microsoft.com/office/powerpoint/2010/main" val="2872682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AA6A1D-5CFE-8C44-A742-365E9165A0C7}" type="slidenum">
              <a:rPr lang="en-ID"/>
              <a:t>16</a:t>
            </a:fld>
            <a:endParaRPr lang="en-ID"/>
          </a:p>
        </p:txBody>
      </p:sp>
    </p:spTree>
    <p:extLst>
      <p:ext uri="{BB962C8B-B14F-4D97-AF65-F5344CB8AC3E}">
        <p14:creationId xmlns:p14="http://schemas.microsoft.com/office/powerpoint/2010/main" val="1096571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AA6A1D-5CFE-8C44-A742-365E9165A0C7}" type="slidenum">
              <a:rPr lang="en-ID"/>
              <a:t>18</a:t>
            </a:fld>
            <a:endParaRPr lang="en-ID"/>
          </a:p>
        </p:txBody>
      </p:sp>
    </p:spTree>
    <p:extLst>
      <p:ext uri="{BB962C8B-B14F-4D97-AF65-F5344CB8AC3E}">
        <p14:creationId xmlns:p14="http://schemas.microsoft.com/office/powerpoint/2010/main" val="433442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F4D649-0F6A-BE8D-C143-87620C4F5DF8}"/>
              </a:ext>
            </a:extLst>
          </p:cNvPr>
          <p:cNvSpPr>
            <a:spLocks noGrp="1"/>
          </p:cNvSpPr>
          <p:nvPr>
            <p:ph type="title"/>
          </p:nvPr>
        </p:nvSpPr>
        <p:spPr>
          <a:xfrm>
            <a:off x="838200" y="365125"/>
            <a:ext cx="10515600" cy="1325563"/>
          </a:xfrm>
          <a:prstGeom prst="rect">
            <a:avLst/>
          </a:prstGeom>
        </p:spPr>
        <p:txBody>
          <a:bodyPr/>
          <a:lstStyle/>
          <a:p>
            <a:r>
              <a:rPr kumimoji="1" lang="zh-TW" altLang="en-US"/>
              <a:t>按一下以編輯母片標題樣式</a:t>
            </a:r>
          </a:p>
        </p:txBody>
      </p:sp>
    </p:spTree>
    <p:extLst>
      <p:ext uri="{BB962C8B-B14F-4D97-AF65-F5344CB8AC3E}">
        <p14:creationId xmlns:p14="http://schemas.microsoft.com/office/powerpoint/2010/main" val="3367402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C524BA3-2346-1FE4-7B9B-411D18814F43}"/>
              </a:ext>
            </a:extLst>
          </p:cNvPr>
          <p:cNvSpPr>
            <a:spLocks noGrp="1"/>
          </p:cNvSpPr>
          <p:nvPr>
            <p:ph type="pic" sz="quarter" idx="10"/>
          </p:nvPr>
        </p:nvSpPr>
        <p:spPr>
          <a:xfrm>
            <a:off x="4801551" y="1172817"/>
            <a:ext cx="3070239" cy="5685184"/>
          </a:xfrm>
          <a:custGeom>
            <a:avLst/>
            <a:gdLst>
              <a:gd name="connsiteX0" fmla="*/ 0 w 19565636"/>
              <a:gd name="connsiteY0" fmla="*/ 0 h 13040495"/>
              <a:gd name="connsiteX1" fmla="*/ 19565636 w 19565636"/>
              <a:gd name="connsiteY1" fmla="*/ 0 h 13040495"/>
              <a:gd name="connsiteX2" fmla="*/ 19565636 w 19565636"/>
              <a:gd name="connsiteY2" fmla="*/ 13040495 h 13040495"/>
              <a:gd name="connsiteX3" fmla="*/ 0 w 19565636"/>
              <a:gd name="connsiteY3" fmla="*/ 13040495 h 13040495"/>
            </a:gdLst>
            <a:ahLst/>
            <a:cxnLst>
              <a:cxn ang="0">
                <a:pos x="connsiteX0" y="connsiteY0"/>
              </a:cxn>
              <a:cxn ang="0">
                <a:pos x="connsiteX1" y="connsiteY1"/>
              </a:cxn>
              <a:cxn ang="0">
                <a:pos x="connsiteX2" y="connsiteY2"/>
              </a:cxn>
              <a:cxn ang="0">
                <a:pos x="connsiteX3" y="connsiteY3"/>
              </a:cxn>
            </a:cxnLst>
            <a:rect l="l" t="t" r="r" b="b"/>
            <a:pathLst>
              <a:path w="19565636" h="13040495">
                <a:moveTo>
                  <a:pt x="0" y="0"/>
                </a:moveTo>
                <a:lnTo>
                  <a:pt x="19565636" y="0"/>
                </a:lnTo>
                <a:lnTo>
                  <a:pt x="19565636" y="13040495"/>
                </a:lnTo>
                <a:lnTo>
                  <a:pt x="0" y="13040495"/>
                </a:lnTo>
                <a:close/>
              </a:path>
            </a:pathLst>
          </a:custGeom>
        </p:spPr>
        <p:txBody>
          <a:bodyPr wrap="square">
            <a:noAutofit/>
          </a:bodyPr>
          <a:lstStyle/>
          <a:p>
            <a:endParaRPr lang="en-US"/>
          </a:p>
        </p:txBody>
      </p:sp>
    </p:spTree>
    <p:extLst>
      <p:ext uri="{BB962C8B-B14F-4D97-AF65-F5344CB8AC3E}">
        <p14:creationId xmlns:p14="http://schemas.microsoft.com/office/powerpoint/2010/main" val="3184463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F5F267C-16C0-6AA2-3B0E-659EFF4A46DB}"/>
              </a:ext>
            </a:extLst>
          </p:cNvPr>
          <p:cNvSpPr>
            <a:spLocks noGrp="1"/>
          </p:cNvSpPr>
          <p:nvPr>
            <p:ph type="pic" sz="quarter" idx="10"/>
          </p:nvPr>
        </p:nvSpPr>
        <p:spPr>
          <a:xfrm>
            <a:off x="932598" y="1133060"/>
            <a:ext cx="5498290" cy="5724940"/>
          </a:xfrm>
          <a:custGeom>
            <a:avLst/>
            <a:gdLst>
              <a:gd name="connsiteX0" fmla="*/ 0 w 9317164"/>
              <a:gd name="connsiteY0" fmla="*/ 0 h 6205230"/>
              <a:gd name="connsiteX1" fmla="*/ 9317164 w 9317164"/>
              <a:gd name="connsiteY1" fmla="*/ 0 h 6205230"/>
              <a:gd name="connsiteX2" fmla="*/ 9317164 w 9317164"/>
              <a:gd name="connsiteY2" fmla="*/ 6205230 h 6205230"/>
              <a:gd name="connsiteX3" fmla="*/ 0 w 9317164"/>
              <a:gd name="connsiteY3" fmla="*/ 6205230 h 6205230"/>
            </a:gdLst>
            <a:ahLst/>
            <a:cxnLst>
              <a:cxn ang="0">
                <a:pos x="connsiteX0" y="connsiteY0"/>
              </a:cxn>
              <a:cxn ang="0">
                <a:pos x="connsiteX1" y="connsiteY1"/>
              </a:cxn>
              <a:cxn ang="0">
                <a:pos x="connsiteX2" y="connsiteY2"/>
              </a:cxn>
              <a:cxn ang="0">
                <a:pos x="connsiteX3" y="connsiteY3"/>
              </a:cxn>
            </a:cxnLst>
            <a:rect l="l" t="t" r="r" b="b"/>
            <a:pathLst>
              <a:path w="9317164" h="6205230">
                <a:moveTo>
                  <a:pt x="0" y="0"/>
                </a:moveTo>
                <a:lnTo>
                  <a:pt x="9317164" y="0"/>
                </a:lnTo>
                <a:lnTo>
                  <a:pt x="9317164" y="6205230"/>
                </a:lnTo>
                <a:lnTo>
                  <a:pt x="0" y="6205230"/>
                </a:lnTo>
                <a:close/>
              </a:path>
            </a:pathLst>
          </a:custGeom>
        </p:spPr>
        <p:txBody>
          <a:bodyPr wrap="square">
            <a:noAutofit/>
          </a:bodyPr>
          <a:lstStyle/>
          <a:p>
            <a:endParaRPr lang="en-US"/>
          </a:p>
        </p:txBody>
      </p:sp>
    </p:spTree>
    <p:extLst>
      <p:ext uri="{BB962C8B-B14F-4D97-AF65-F5344CB8AC3E}">
        <p14:creationId xmlns:p14="http://schemas.microsoft.com/office/powerpoint/2010/main" val="50021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EE48C5A-B8B0-2B8C-C432-5493BD931A20}"/>
              </a:ext>
            </a:extLst>
          </p:cNvPr>
          <p:cNvSpPr>
            <a:spLocks noGrp="1"/>
          </p:cNvSpPr>
          <p:nvPr>
            <p:ph type="pic" sz="quarter" idx="10"/>
          </p:nvPr>
        </p:nvSpPr>
        <p:spPr>
          <a:xfrm>
            <a:off x="-21705" y="1076279"/>
            <a:ext cx="6357270" cy="5781721"/>
          </a:xfrm>
          <a:custGeom>
            <a:avLst/>
            <a:gdLst>
              <a:gd name="connsiteX0" fmla="*/ 0 w 9715501"/>
              <a:gd name="connsiteY0" fmla="*/ 0 h 6470523"/>
              <a:gd name="connsiteX1" fmla="*/ 9715501 w 9715501"/>
              <a:gd name="connsiteY1" fmla="*/ 0 h 6470523"/>
              <a:gd name="connsiteX2" fmla="*/ 9715501 w 9715501"/>
              <a:gd name="connsiteY2" fmla="*/ 6470523 h 6470523"/>
              <a:gd name="connsiteX3" fmla="*/ 0 w 9715501"/>
              <a:gd name="connsiteY3" fmla="*/ 6470523 h 6470523"/>
            </a:gdLst>
            <a:ahLst/>
            <a:cxnLst>
              <a:cxn ang="0">
                <a:pos x="connsiteX0" y="connsiteY0"/>
              </a:cxn>
              <a:cxn ang="0">
                <a:pos x="connsiteX1" y="connsiteY1"/>
              </a:cxn>
              <a:cxn ang="0">
                <a:pos x="connsiteX2" y="connsiteY2"/>
              </a:cxn>
              <a:cxn ang="0">
                <a:pos x="connsiteX3" y="connsiteY3"/>
              </a:cxn>
            </a:cxnLst>
            <a:rect l="l" t="t" r="r" b="b"/>
            <a:pathLst>
              <a:path w="9715501" h="6470523">
                <a:moveTo>
                  <a:pt x="0" y="0"/>
                </a:moveTo>
                <a:lnTo>
                  <a:pt x="9715501" y="0"/>
                </a:lnTo>
                <a:lnTo>
                  <a:pt x="9715501" y="6470523"/>
                </a:lnTo>
                <a:lnTo>
                  <a:pt x="0" y="6470523"/>
                </a:lnTo>
                <a:close/>
              </a:path>
            </a:pathLst>
          </a:custGeom>
        </p:spPr>
        <p:txBody>
          <a:bodyPr wrap="square">
            <a:noAutofit/>
          </a:bodyPr>
          <a:lstStyle/>
          <a:p>
            <a:endParaRPr lang="en-US"/>
          </a:p>
        </p:txBody>
      </p:sp>
    </p:spTree>
    <p:extLst>
      <p:ext uri="{BB962C8B-B14F-4D97-AF65-F5344CB8AC3E}">
        <p14:creationId xmlns:p14="http://schemas.microsoft.com/office/powerpoint/2010/main" val="3214778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F17084A-CEB6-ADDE-B243-3C27FC11A312}"/>
              </a:ext>
            </a:extLst>
          </p:cNvPr>
          <p:cNvSpPr>
            <a:spLocks noGrp="1"/>
          </p:cNvSpPr>
          <p:nvPr>
            <p:ph type="pic" sz="quarter" idx="10"/>
          </p:nvPr>
        </p:nvSpPr>
        <p:spPr>
          <a:xfrm>
            <a:off x="4762662" y="1212574"/>
            <a:ext cx="3009737" cy="5645426"/>
          </a:xfrm>
          <a:custGeom>
            <a:avLst/>
            <a:gdLst>
              <a:gd name="connsiteX0" fmla="*/ 0 w 19565636"/>
              <a:gd name="connsiteY0" fmla="*/ 0 h 13040495"/>
              <a:gd name="connsiteX1" fmla="*/ 19565636 w 19565636"/>
              <a:gd name="connsiteY1" fmla="*/ 0 h 13040495"/>
              <a:gd name="connsiteX2" fmla="*/ 19565636 w 19565636"/>
              <a:gd name="connsiteY2" fmla="*/ 13040495 h 13040495"/>
              <a:gd name="connsiteX3" fmla="*/ 0 w 19565636"/>
              <a:gd name="connsiteY3" fmla="*/ 13040495 h 13040495"/>
            </a:gdLst>
            <a:ahLst/>
            <a:cxnLst>
              <a:cxn ang="0">
                <a:pos x="connsiteX0" y="connsiteY0"/>
              </a:cxn>
              <a:cxn ang="0">
                <a:pos x="connsiteX1" y="connsiteY1"/>
              </a:cxn>
              <a:cxn ang="0">
                <a:pos x="connsiteX2" y="connsiteY2"/>
              </a:cxn>
              <a:cxn ang="0">
                <a:pos x="connsiteX3" y="connsiteY3"/>
              </a:cxn>
            </a:cxnLst>
            <a:rect l="l" t="t" r="r" b="b"/>
            <a:pathLst>
              <a:path w="19565636" h="13040495">
                <a:moveTo>
                  <a:pt x="0" y="0"/>
                </a:moveTo>
                <a:lnTo>
                  <a:pt x="19565636" y="0"/>
                </a:lnTo>
                <a:lnTo>
                  <a:pt x="19565636" y="13040495"/>
                </a:lnTo>
                <a:lnTo>
                  <a:pt x="0" y="13040495"/>
                </a:lnTo>
                <a:close/>
              </a:path>
            </a:pathLst>
          </a:custGeom>
        </p:spPr>
        <p:txBody>
          <a:bodyPr wrap="square">
            <a:noAutofit/>
          </a:bodyPr>
          <a:lstStyle/>
          <a:p>
            <a:endParaRPr lang="en-US"/>
          </a:p>
        </p:txBody>
      </p:sp>
    </p:spTree>
    <p:extLst>
      <p:ext uri="{BB962C8B-B14F-4D97-AF65-F5344CB8AC3E}">
        <p14:creationId xmlns:p14="http://schemas.microsoft.com/office/powerpoint/2010/main" val="106258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1A09036-93BE-74E3-DBC7-DD529F063F16}"/>
              </a:ext>
            </a:extLst>
          </p:cNvPr>
          <p:cNvSpPr>
            <a:spLocks noGrp="1"/>
          </p:cNvSpPr>
          <p:nvPr>
            <p:ph type="pic" sz="quarter" idx="10"/>
          </p:nvPr>
        </p:nvSpPr>
        <p:spPr>
          <a:xfrm>
            <a:off x="6605517" y="1431243"/>
            <a:ext cx="5586485" cy="2717675"/>
          </a:xfrm>
          <a:custGeom>
            <a:avLst/>
            <a:gdLst>
              <a:gd name="connsiteX0" fmla="*/ 345036 w 5586485"/>
              <a:gd name="connsiteY0" fmla="*/ 0 h 2717675"/>
              <a:gd name="connsiteX1" fmla="*/ 5586485 w 5586485"/>
              <a:gd name="connsiteY1" fmla="*/ 0 h 2717675"/>
              <a:gd name="connsiteX2" fmla="*/ 5586485 w 5586485"/>
              <a:gd name="connsiteY2" fmla="*/ 2717675 h 2717675"/>
              <a:gd name="connsiteX3" fmla="*/ 345036 w 5586485"/>
              <a:gd name="connsiteY3" fmla="*/ 2717675 h 2717675"/>
              <a:gd name="connsiteX4" fmla="*/ 0 w 5586485"/>
              <a:gd name="connsiteY4" fmla="*/ 2372639 h 2717675"/>
              <a:gd name="connsiteX5" fmla="*/ 0 w 5586485"/>
              <a:gd name="connsiteY5" fmla="*/ 345036 h 2717675"/>
              <a:gd name="connsiteX6" fmla="*/ 345036 w 5586485"/>
              <a:gd name="connsiteY6" fmla="*/ 0 h 271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6485" h="2717675">
                <a:moveTo>
                  <a:pt x="345036" y="0"/>
                </a:moveTo>
                <a:lnTo>
                  <a:pt x="5586485" y="0"/>
                </a:lnTo>
                <a:lnTo>
                  <a:pt x="5586485" y="2717675"/>
                </a:lnTo>
                <a:lnTo>
                  <a:pt x="345036" y="2717675"/>
                </a:lnTo>
                <a:cubicBezTo>
                  <a:pt x="154478" y="2717675"/>
                  <a:pt x="0" y="2563197"/>
                  <a:pt x="0" y="2372639"/>
                </a:cubicBezTo>
                <a:lnTo>
                  <a:pt x="0" y="345036"/>
                </a:lnTo>
                <a:cubicBezTo>
                  <a:pt x="0" y="154478"/>
                  <a:pt x="154478" y="0"/>
                  <a:pt x="345036"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1035A80C-503D-3318-18AE-CFEE43B82660}"/>
              </a:ext>
            </a:extLst>
          </p:cNvPr>
          <p:cNvSpPr>
            <a:spLocks noGrp="1"/>
          </p:cNvSpPr>
          <p:nvPr>
            <p:ph type="pic" sz="quarter" idx="11"/>
          </p:nvPr>
        </p:nvSpPr>
        <p:spPr>
          <a:xfrm>
            <a:off x="-2" y="3930554"/>
            <a:ext cx="5292671" cy="2470247"/>
          </a:xfrm>
          <a:custGeom>
            <a:avLst/>
            <a:gdLst>
              <a:gd name="connsiteX0" fmla="*/ 0 w 5292671"/>
              <a:gd name="connsiteY0" fmla="*/ 0 h 2470247"/>
              <a:gd name="connsiteX1" fmla="*/ 4979048 w 5292671"/>
              <a:gd name="connsiteY1" fmla="*/ 0 h 2470247"/>
              <a:gd name="connsiteX2" fmla="*/ 5292671 w 5292671"/>
              <a:gd name="connsiteY2" fmla="*/ 313623 h 2470247"/>
              <a:gd name="connsiteX3" fmla="*/ 5292671 w 5292671"/>
              <a:gd name="connsiteY3" fmla="*/ 2156624 h 2470247"/>
              <a:gd name="connsiteX4" fmla="*/ 4979048 w 5292671"/>
              <a:gd name="connsiteY4" fmla="*/ 2470247 h 2470247"/>
              <a:gd name="connsiteX5" fmla="*/ 0 w 5292671"/>
              <a:gd name="connsiteY5" fmla="*/ 2470247 h 2470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2671" h="2470247">
                <a:moveTo>
                  <a:pt x="0" y="0"/>
                </a:moveTo>
                <a:lnTo>
                  <a:pt x="4979048" y="0"/>
                </a:lnTo>
                <a:cubicBezTo>
                  <a:pt x="5152257" y="0"/>
                  <a:pt x="5292671" y="140414"/>
                  <a:pt x="5292671" y="313623"/>
                </a:cubicBezTo>
                <a:lnTo>
                  <a:pt x="5292671" y="2156624"/>
                </a:lnTo>
                <a:cubicBezTo>
                  <a:pt x="5292671" y="2329833"/>
                  <a:pt x="5152257" y="2470247"/>
                  <a:pt x="4979048" y="2470247"/>
                </a:cubicBezTo>
                <a:lnTo>
                  <a:pt x="0" y="2470247"/>
                </a:lnTo>
                <a:close/>
              </a:path>
            </a:pathLst>
          </a:custGeom>
        </p:spPr>
        <p:txBody>
          <a:bodyPr wrap="square">
            <a:noAutofit/>
          </a:bodyPr>
          <a:lstStyle/>
          <a:p>
            <a:endParaRPr lang="en-US"/>
          </a:p>
        </p:txBody>
      </p:sp>
    </p:spTree>
    <p:extLst>
      <p:ext uri="{BB962C8B-B14F-4D97-AF65-F5344CB8AC3E}">
        <p14:creationId xmlns:p14="http://schemas.microsoft.com/office/powerpoint/2010/main" val="3621595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9C65ABD-8C82-F2B1-2E8A-65759CBEDFC7}"/>
              </a:ext>
            </a:extLst>
          </p:cNvPr>
          <p:cNvSpPr>
            <a:spLocks noGrp="1"/>
          </p:cNvSpPr>
          <p:nvPr>
            <p:ph type="pic" sz="quarter" idx="10"/>
          </p:nvPr>
        </p:nvSpPr>
        <p:spPr>
          <a:xfrm>
            <a:off x="5698299" y="1565329"/>
            <a:ext cx="2749400" cy="5292671"/>
          </a:xfrm>
          <a:custGeom>
            <a:avLst/>
            <a:gdLst>
              <a:gd name="connsiteX0" fmla="*/ 358879 w 2749400"/>
              <a:gd name="connsiteY0" fmla="*/ 0 h 5292671"/>
              <a:gd name="connsiteX1" fmla="*/ 2390521 w 2749400"/>
              <a:gd name="connsiteY1" fmla="*/ 0 h 5292671"/>
              <a:gd name="connsiteX2" fmla="*/ 2749400 w 2749400"/>
              <a:gd name="connsiteY2" fmla="*/ 358879 h 5292671"/>
              <a:gd name="connsiteX3" fmla="*/ 2749400 w 2749400"/>
              <a:gd name="connsiteY3" fmla="*/ 5292671 h 5292671"/>
              <a:gd name="connsiteX4" fmla="*/ 0 w 2749400"/>
              <a:gd name="connsiteY4" fmla="*/ 5292671 h 5292671"/>
              <a:gd name="connsiteX5" fmla="*/ 0 w 2749400"/>
              <a:gd name="connsiteY5" fmla="*/ 358879 h 5292671"/>
              <a:gd name="connsiteX6" fmla="*/ 358879 w 2749400"/>
              <a:gd name="connsiteY6" fmla="*/ 0 h 529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9400" h="5292671">
                <a:moveTo>
                  <a:pt x="358879" y="0"/>
                </a:moveTo>
                <a:lnTo>
                  <a:pt x="2390521" y="0"/>
                </a:lnTo>
                <a:cubicBezTo>
                  <a:pt x="2588724" y="0"/>
                  <a:pt x="2749400" y="160676"/>
                  <a:pt x="2749400" y="358879"/>
                </a:cubicBezTo>
                <a:lnTo>
                  <a:pt x="2749400" y="5292671"/>
                </a:lnTo>
                <a:lnTo>
                  <a:pt x="0" y="5292671"/>
                </a:lnTo>
                <a:lnTo>
                  <a:pt x="0" y="358879"/>
                </a:lnTo>
                <a:cubicBezTo>
                  <a:pt x="0" y="160676"/>
                  <a:pt x="160676" y="0"/>
                  <a:pt x="358879"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8E7BC53D-F3C7-276F-B05A-0ECBAC67F7AD}"/>
              </a:ext>
            </a:extLst>
          </p:cNvPr>
          <p:cNvSpPr>
            <a:spLocks noGrp="1"/>
          </p:cNvSpPr>
          <p:nvPr>
            <p:ph type="pic" sz="quarter" idx="11"/>
          </p:nvPr>
        </p:nvSpPr>
        <p:spPr>
          <a:xfrm>
            <a:off x="8756543" y="1565329"/>
            <a:ext cx="2749400" cy="5292671"/>
          </a:xfrm>
          <a:custGeom>
            <a:avLst/>
            <a:gdLst>
              <a:gd name="connsiteX0" fmla="*/ 358879 w 2749400"/>
              <a:gd name="connsiteY0" fmla="*/ 0 h 5292671"/>
              <a:gd name="connsiteX1" fmla="*/ 2390521 w 2749400"/>
              <a:gd name="connsiteY1" fmla="*/ 0 h 5292671"/>
              <a:gd name="connsiteX2" fmla="*/ 2749400 w 2749400"/>
              <a:gd name="connsiteY2" fmla="*/ 358879 h 5292671"/>
              <a:gd name="connsiteX3" fmla="*/ 2749400 w 2749400"/>
              <a:gd name="connsiteY3" fmla="*/ 5292671 h 5292671"/>
              <a:gd name="connsiteX4" fmla="*/ 0 w 2749400"/>
              <a:gd name="connsiteY4" fmla="*/ 5292671 h 5292671"/>
              <a:gd name="connsiteX5" fmla="*/ 0 w 2749400"/>
              <a:gd name="connsiteY5" fmla="*/ 358879 h 5292671"/>
              <a:gd name="connsiteX6" fmla="*/ 358879 w 2749400"/>
              <a:gd name="connsiteY6" fmla="*/ 0 h 529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9400" h="5292671">
                <a:moveTo>
                  <a:pt x="358879" y="0"/>
                </a:moveTo>
                <a:lnTo>
                  <a:pt x="2390521" y="0"/>
                </a:lnTo>
                <a:cubicBezTo>
                  <a:pt x="2588724" y="0"/>
                  <a:pt x="2749400" y="160676"/>
                  <a:pt x="2749400" y="358879"/>
                </a:cubicBezTo>
                <a:lnTo>
                  <a:pt x="2749400" y="5292671"/>
                </a:lnTo>
                <a:lnTo>
                  <a:pt x="0" y="5292671"/>
                </a:lnTo>
                <a:lnTo>
                  <a:pt x="0" y="358879"/>
                </a:lnTo>
                <a:cubicBezTo>
                  <a:pt x="0" y="160676"/>
                  <a:pt x="160676" y="0"/>
                  <a:pt x="35887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315948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592078E-F7BC-ACB7-4FD1-D3A2667C4D8B}"/>
              </a:ext>
            </a:extLst>
          </p:cNvPr>
          <p:cNvSpPr>
            <a:spLocks noGrp="1"/>
          </p:cNvSpPr>
          <p:nvPr>
            <p:ph type="pic" sz="quarter" idx="10"/>
          </p:nvPr>
        </p:nvSpPr>
        <p:spPr>
          <a:xfrm>
            <a:off x="7608603" y="1413809"/>
            <a:ext cx="3834808" cy="3322247"/>
          </a:xfrm>
          <a:custGeom>
            <a:avLst/>
            <a:gdLst>
              <a:gd name="connsiteX0" fmla="*/ 764982 w 3834808"/>
              <a:gd name="connsiteY0" fmla="*/ 0 h 3322247"/>
              <a:gd name="connsiteX1" fmla="*/ 3834808 w 3834808"/>
              <a:gd name="connsiteY1" fmla="*/ 1000185 h 3322247"/>
              <a:gd name="connsiteX2" fmla="*/ 2833861 w 3834808"/>
              <a:gd name="connsiteY2" fmla="*/ 3322247 h 3322247"/>
              <a:gd name="connsiteX3" fmla="*/ 0 w 3834808"/>
              <a:gd name="connsiteY3" fmla="*/ 1969637 h 3322247"/>
            </a:gdLst>
            <a:ahLst/>
            <a:cxnLst>
              <a:cxn ang="0">
                <a:pos x="connsiteX0" y="connsiteY0"/>
              </a:cxn>
              <a:cxn ang="0">
                <a:pos x="connsiteX1" y="connsiteY1"/>
              </a:cxn>
              <a:cxn ang="0">
                <a:pos x="connsiteX2" y="connsiteY2"/>
              </a:cxn>
              <a:cxn ang="0">
                <a:pos x="connsiteX3" y="connsiteY3"/>
              </a:cxn>
            </a:cxnLst>
            <a:rect l="l" t="t" r="r" b="b"/>
            <a:pathLst>
              <a:path w="3834808" h="3322247">
                <a:moveTo>
                  <a:pt x="764982" y="0"/>
                </a:moveTo>
                <a:lnTo>
                  <a:pt x="3834808" y="1000185"/>
                </a:lnTo>
                <a:lnTo>
                  <a:pt x="2833861" y="3322247"/>
                </a:lnTo>
                <a:lnTo>
                  <a:pt x="0" y="1969637"/>
                </a:lnTo>
                <a:close/>
              </a:path>
            </a:pathLst>
          </a:custGeom>
        </p:spPr>
        <p:txBody>
          <a:bodyPr wrap="square">
            <a:noAutofit/>
          </a:bodyPr>
          <a:lstStyle/>
          <a:p>
            <a:endParaRPr lang="en-US"/>
          </a:p>
        </p:txBody>
      </p:sp>
    </p:spTree>
    <p:extLst>
      <p:ext uri="{BB962C8B-B14F-4D97-AF65-F5344CB8AC3E}">
        <p14:creationId xmlns:p14="http://schemas.microsoft.com/office/powerpoint/2010/main" val="317736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F39B36F-9F57-110C-F463-42E4615DB12E}"/>
              </a:ext>
            </a:extLst>
          </p:cNvPr>
          <p:cNvSpPr>
            <a:spLocks noGrp="1"/>
          </p:cNvSpPr>
          <p:nvPr>
            <p:ph type="pic" sz="quarter" idx="10"/>
          </p:nvPr>
        </p:nvSpPr>
        <p:spPr>
          <a:xfrm>
            <a:off x="3566710" y="1467925"/>
            <a:ext cx="2169160" cy="4726786"/>
          </a:xfrm>
          <a:custGeom>
            <a:avLst/>
            <a:gdLst>
              <a:gd name="connsiteX0" fmla="*/ 291817 w 2169160"/>
              <a:gd name="connsiteY0" fmla="*/ 0 h 4726786"/>
              <a:gd name="connsiteX1" fmla="*/ 1877343 w 2169160"/>
              <a:gd name="connsiteY1" fmla="*/ 0 h 4726786"/>
              <a:gd name="connsiteX2" fmla="*/ 2169160 w 2169160"/>
              <a:gd name="connsiteY2" fmla="*/ 291817 h 4726786"/>
              <a:gd name="connsiteX3" fmla="*/ 2169160 w 2169160"/>
              <a:gd name="connsiteY3" fmla="*/ 4434969 h 4726786"/>
              <a:gd name="connsiteX4" fmla="*/ 1877343 w 2169160"/>
              <a:gd name="connsiteY4" fmla="*/ 4726786 h 4726786"/>
              <a:gd name="connsiteX5" fmla="*/ 291817 w 2169160"/>
              <a:gd name="connsiteY5" fmla="*/ 4726786 h 4726786"/>
              <a:gd name="connsiteX6" fmla="*/ 0 w 2169160"/>
              <a:gd name="connsiteY6" fmla="*/ 4434969 h 4726786"/>
              <a:gd name="connsiteX7" fmla="*/ 0 w 2169160"/>
              <a:gd name="connsiteY7" fmla="*/ 291817 h 4726786"/>
              <a:gd name="connsiteX8" fmla="*/ 291817 w 2169160"/>
              <a:gd name="connsiteY8" fmla="*/ 0 h 4726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9160" h="4726786">
                <a:moveTo>
                  <a:pt x="291817" y="0"/>
                </a:moveTo>
                <a:lnTo>
                  <a:pt x="1877343" y="0"/>
                </a:lnTo>
                <a:cubicBezTo>
                  <a:pt x="2038509" y="0"/>
                  <a:pt x="2169160" y="130651"/>
                  <a:pt x="2169160" y="291817"/>
                </a:cubicBezTo>
                <a:lnTo>
                  <a:pt x="2169160" y="4434969"/>
                </a:lnTo>
                <a:cubicBezTo>
                  <a:pt x="2169160" y="4596135"/>
                  <a:pt x="2038509" y="4726786"/>
                  <a:pt x="1877343" y="4726786"/>
                </a:cubicBezTo>
                <a:lnTo>
                  <a:pt x="291817" y="4726786"/>
                </a:lnTo>
                <a:cubicBezTo>
                  <a:pt x="130651" y="4726786"/>
                  <a:pt x="0" y="4596135"/>
                  <a:pt x="0" y="4434969"/>
                </a:cubicBezTo>
                <a:lnTo>
                  <a:pt x="0" y="291817"/>
                </a:lnTo>
                <a:cubicBezTo>
                  <a:pt x="0" y="130651"/>
                  <a:pt x="130651" y="0"/>
                  <a:pt x="291817"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F29752E7-3777-DC4A-A8F1-B218A941C565}"/>
              </a:ext>
            </a:extLst>
          </p:cNvPr>
          <p:cNvSpPr>
            <a:spLocks noGrp="1"/>
          </p:cNvSpPr>
          <p:nvPr>
            <p:ph type="pic" sz="quarter" idx="11"/>
          </p:nvPr>
        </p:nvSpPr>
        <p:spPr>
          <a:xfrm>
            <a:off x="978747" y="2913550"/>
            <a:ext cx="2169160" cy="4726786"/>
          </a:xfrm>
          <a:custGeom>
            <a:avLst/>
            <a:gdLst>
              <a:gd name="connsiteX0" fmla="*/ 291817 w 2169160"/>
              <a:gd name="connsiteY0" fmla="*/ 0 h 4726786"/>
              <a:gd name="connsiteX1" fmla="*/ 1877343 w 2169160"/>
              <a:gd name="connsiteY1" fmla="*/ 0 h 4726786"/>
              <a:gd name="connsiteX2" fmla="*/ 2169160 w 2169160"/>
              <a:gd name="connsiteY2" fmla="*/ 291817 h 4726786"/>
              <a:gd name="connsiteX3" fmla="*/ 2169160 w 2169160"/>
              <a:gd name="connsiteY3" fmla="*/ 4434969 h 4726786"/>
              <a:gd name="connsiteX4" fmla="*/ 1877343 w 2169160"/>
              <a:gd name="connsiteY4" fmla="*/ 4726786 h 4726786"/>
              <a:gd name="connsiteX5" fmla="*/ 291817 w 2169160"/>
              <a:gd name="connsiteY5" fmla="*/ 4726786 h 4726786"/>
              <a:gd name="connsiteX6" fmla="*/ 0 w 2169160"/>
              <a:gd name="connsiteY6" fmla="*/ 4434969 h 4726786"/>
              <a:gd name="connsiteX7" fmla="*/ 0 w 2169160"/>
              <a:gd name="connsiteY7" fmla="*/ 291817 h 4726786"/>
              <a:gd name="connsiteX8" fmla="*/ 291817 w 2169160"/>
              <a:gd name="connsiteY8" fmla="*/ 0 h 4726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9160" h="4726786">
                <a:moveTo>
                  <a:pt x="291817" y="0"/>
                </a:moveTo>
                <a:lnTo>
                  <a:pt x="1877343" y="0"/>
                </a:lnTo>
                <a:cubicBezTo>
                  <a:pt x="2038509" y="0"/>
                  <a:pt x="2169160" y="130651"/>
                  <a:pt x="2169160" y="291817"/>
                </a:cubicBezTo>
                <a:lnTo>
                  <a:pt x="2169160" y="4434969"/>
                </a:lnTo>
                <a:cubicBezTo>
                  <a:pt x="2169160" y="4596135"/>
                  <a:pt x="2038509" y="4726786"/>
                  <a:pt x="1877343" y="4726786"/>
                </a:cubicBezTo>
                <a:lnTo>
                  <a:pt x="291817" y="4726786"/>
                </a:lnTo>
                <a:cubicBezTo>
                  <a:pt x="130651" y="4726786"/>
                  <a:pt x="0" y="4596135"/>
                  <a:pt x="0" y="4434969"/>
                </a:cubicBezTo>
                <a:lnTo>
                  <a:pt x="0" y="291817"/>
                </a:lnTo>
                <a:cubicBezTo>
                  <a:pt x="0" y="130651"/>
                  <a:pt x="130651" y="0"/>
                  <a:pt x="291817"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581153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C7CC7DB-8329-AE38-DFBD-CF1D0BA1B841}"/>
              </a:ext>
            </a:extLst>
          </p:cNvPr>
          <p:cNvSpPr>
            <a:spLocks noGrp="1"/>
          </p:cNvSpPr>
          <p:nvPr>
            <p:ph type="pic" sz="quarter" idx="10"/>
          </p:nvPr>
        </p:nvSpPr>
        <p:spPr>
          <a:xfrm>
            <a:off x="-2059902" y="1914503"/>
            <a:ext cx="5211608" cy="3494875"/>
          </a:xfrm>
          <a:custGeom>
            <a:avLst/>
            <a:gdLst>
              <a:gd name="connsiteX0" fmla="*/ 128856 w 5211608"/>
              <a:gd name="connsiteY0" fmla="*/ 0 h 3494875"/>
              <a:gd name="connsiteX1" fmla="*/ 5082752 w 5211608"/>
              <a:gd name="connsiteY1" fmla="*/ 0 h 3494875"/>
              <a:gd name="connsiteX2" fmla="*/ 5211608 w 5211608"/>
              <a:gd name="connsiteY2" fmla="*/ 128856 h 3494875"/>
              <a:gd name="connsiteX3" fmla="*/ 5211608 w 5211608"/>
              <a:gd name="connsiteY3" fmla="*/ 3366019 h 3494875"/>
              <a:gd name="connsiteX4" fmla="*/ 5082752 w 5211608"/>
              <a:gd name="connsiteY4" fmla="*/ 3494875 h 3494875"/>
              <a:gd name="connsiteX5" fmla="*/ 128856 w 5211608"/>
              <a:gd name="connsiteY5" fmla="*/ 3494875 h 3494875"/>
              <a:gd name="connsiteX6" fmla="*/ 0 w 5211608"/>
              <a:gd name="connsiteY6" fmla="*/ 3366019 h 3494875"/>
              <a:gd name="connsiteX7" fmla="*/ 0 w 5211608"/>
              <a:gd name="connsiteY7" fmla="*/ 128856 h 3494875"/>
              <a:gd name="connsiteX8" fmla="*/ 128856 w 5211608"/>
              <a:gd name="connsiteY8" fmla="*/ 0 h 349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1608" h="3494875">
                <a:moveTo>
                  <a:pt x="128856" y="0"/>
                </a:moveTo>
                <a:lnTo>
                  <a:pt x="5082752" y="0"/>
                </a:lnTo>
                <a:cubicBezTo>
                  <a:pt x="5153917" y="0"/>
                  <a:pt x="5211608" y="57691"/>
                  <a:pt x="5211608" y="128856"/>
                </a:cubicBezTo>
                <a:lnTo>
                  <a:pt x="5211608" y="3366019"/>
                </a:lnTo>
                <a:cubicBezTo>
                  <a:pt x="5211608" y="3437184"/>
                  <a:pt x="5153917" y="3494875"/>
                  <a:pt x="5082752" y="3494875"/>
                </a:cubicBezTo>
                <a:lnTo>
                  <a:pt x="128856" y="3494875"/>
                </a:lnTo>
                <a:cubicBezTo>
                  <a:pt x="57691" y="3494875"/>
                  <a:pt x="0" y="3437184"/>
                  <a:pt x="0" y="3366019"/>
                </a:cubicBezTo>
                <a:lnTo>
                  <a:pt x="0" y="128856"/>
                </a:lnTo>
                <a:cubicBezTo>
                  <a:pt x="0" y="57691"/>
                  <a:pt x="57691" y="0"/>
                  <a:pt x="128856"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255E82FF-6CB4-E2BD-1B79-C87D69FD917C}"/>
              </a:ext>
            </a:extLst>
          </p:cNvPr>
          <p:cNvSpPr>
            <a:spLocks noGrp="1"/>
          </p:cNvSpPr>
          <p:nvPr>
            <p:ph type="pic" sz="quarter" idx="11"/>
          </p:nvPr>
        </p:nvSpPr>
        <p:spPr>
          <a:xfrm>
            <a:off x="9043316" y="1914503"/>
            <a:ext cx="5211608" cy="3494875"/>
          </a:xfrm>
          <a:custGeom>
            <a:avLst/>
            <a:gdLst>
              <a:gd name="connsiteX0" fmla="*/ 128856 w 5211608"/>
              <a:gd name="connsiteY0" fmla="*/ 0 h 3494875"/>
              <a:gd name="connsiteX1" fmla="*/ 5082752 w 5211608"/>
              <a:gd name="connsiteY1" fmla="*/ 0 h 3494875"/>
              <a:gd name="connsiteX2" fmla="*/ 5211608 w 5211608"/>
              <a:gd name="connsiteY2" fmla="*/ 128856 h 3494875"/>
              <a:gd name="connsiteX3" fmla="*/ 5211608 w 5211608"/>
              <a:gd name="connsiteY3" fmla="*/ 3366019 h 3494875"/>
              <a:gd name="connsiteX4" fmla="*/ 5082752 w 5211608"/>
              <a:gd name="connsiteY4" fmla="*/ 3494875 h 3494875"/>
              <a:gd name="connsiteX5" fmla="*/ 128856 w 5211608"/>
              <a:gd name="connsiteY5" fmla="*/ 3494875 h 3494875"/>
              <a:gd name="connsiteX6" fmla="*/ 0 w 5211608"/>
              <a:gd name="connsiteY6" fmla="*/ 3366019 h 3494875"/>
              <a:gd name="connsiteX7" fmla="*/ 0 w 5211608"/>
              <a:gd name="connsiteY7" fmla="*/ 128856 h 3494875"/>
              <a:gd name="connsiteX8" fmla="*/ 128856 w 5211608"/>
              <a:gd name="connsiteY8" fmla="*/ 0 h 349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1608" h="3494875">
                <a:moveTo>
                  <a:pt x="128856" y="0"/>
                </a:moveTo>
                <a:lnTo>
                  <a:pt x="5082752" y="0"/>
                </a:lnTo>
                <a:cubicBezTo>
                  <a:pt x="5153917" y="0"/>
                  <a:pt x="5211608" y="57691"/>
                  <a:pt x="5211608" y="128856"/>
                </a:cubicBezTo>
                <a:lnTo>
                  <a:pt x="5211608" y="3366019"/>
                </a:lnTo>
                <a:cubicBezTo>
                  <a:pt x="5211608" y="3437184"/>
                  <a:pt x="5153917" y="3494875"/>
                  <a:pt x="5082752" y="3494875"/>
                </a:cubicBezTo>
                <a:lnTo>
                  <a:pt x="128856" y="3494875"/>
                </a:lnTo>
                <a:cubicBezTo>
                  <a:pt x="57691" y="3494875"/>
                  <a:pt x="0" y="3437184"/>
                  <a:pt x="0" y="3366019"/>
                </a:cubicBezTo>
                <a:lnTo>
                  <a:pt x="0" y="128856"/>
                </a:lnTo>
                <a:cubicBezTo>
                  <a:pt x="0" y="57691"/>
                  <a:pt x="57691" y="0"/>
                  <a:pt x="128856"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713670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B8F7F67-51A2-CC5C-98C0-D46585520221}"/>
              </a:ext>
            </a:extLst>
          </p:cNvPr>
          <p:cNvSpPr>
            <a:spLocks noGrp="1"/>
          </p:cNvSpPr>
          <p:nvPr>
            <p:ph type="pic" sz="quarter" idx="10"/>
          </p:nvPr>
        </p:nvSpPr>
        <p:spPr>
          <a:xfrm>
            <a:off x="688327" y="1450429"/>
            <a:ext cx="5412925" cy="2396358"/>
          </a:xfrm>
          <a:custGeom>
            <a:avLst/>
            <a:gdLst>
              <a:gd name="connsiteX0" fmla="*/ 199089 w 5412925"/>
              <a:gd name="connsiteY0" fmla="*/ 0 h 2396358"/>
              <a:gd name="connsiteX1" fmla="*/ 5213836 w 5412925"/>
              <a:gd name="connsiteY1" fmla="*/ 0 h 2396358"/>
              <a:gd name="connsiteX2" fmla="*/ 5412925 w 5412925"/>
              <a:gd name="connsiteY2" fmla="*/ 199089 h 2396358"/>
              <a:gd name="connsiteX3" fmla="*/ 5412925 w 5412925"/>
              <a:gd name="connsiteY3" fmla="*/ 2197269 h 2396358"/>
              <a:gd name="connsiteX4" fmla="*/ 5213836 w 5412925"/>
              <a:gd name="connsiteY4" fmla="*/ 2396358 h 2396358"/>
              <a:gd name="connsiteX5" fmla="*/ 199089 w 5412925"/>
              <a:gd name="connsiteY5" fmla="*/ 2396358 h 2396358"/>
              <a:gd name="connsiteX6" fmla="*/ 0 w 5412925"/>
              <a:gd name="connsiteY6" fmla="*/ 2197269 h 2396358"/>
              <a:gd name="connsiteX7" fmla="*/ 0 w 5412925"/>
              <a:gd name="connsiteY7" fmla="*/ 199089 h 2396358"/>
              <a:gd name="connsiteX8" fmla="*/ 199089 w 5412925"/>
              <a:gd name="connsiteY8" fmla="*/ 0 h 2396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2925" h="2396358">
                <a:moveTo>
                  <a:pt x="199089" y="0"/>
                </a:moveTo>
                <a:lnTo>
                  <a:pt x="5213836" y="0"/>
                </a:lnTo>
                <a:cubicBezTo>
                  <a:pt x="5323790" y="0"/>
                  <a:pt x="5412925" y="89135"/>
                  <a:pt x="5412925" y="199089"/>
                </a:cubicBezTo>
                <a:lnTo>
                  <a:pt x="5412925" y="2197269"/>
                </a:lnTo>
                <a:cubicBezTo>
                  <a:pt x="5412925" y="2307223"/>
                  <a:pt x="5323790" y="2396358"/>
                  <a:pt x="5213836" y="2396358"/>
                </a:cubicBezTo>
                <a:lnTo>
                  <a:pt x="199089" y="2396358"/>
                </a:lnTo>
                <a:cubicBezTo>
                  <a:pt x="89135" y="2396358"/>
                  <a:pt x="0" y="2307223"/>
                  <a:pt x="0" y="2197269"/>
                </a:cubicBezTo>
                <a:lnTo>
                  <a:pt x="0" y="199089"/>
                </a:lnTo>
                <a:cubicBezTo>
                  <a:pt x="0" y="89135"/>
                  <a:pt x="89135" y="0"/>
                  <a:pt x="19908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547854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46B39D0-9E10-3A20-4AEF-5F7FE772969A}"/>
              </a:ext>
            </a:extLst>
          </p:cNvPr>
          <p:cNvSpPr>
            <a:spLocks noGrp="1"/>
          </p:cNvSpPr>
          <p:nvPr>
            <p:ph type="pic" sz="quarter" idx="10"/>
          </p:nvPr>
        </p:nvSpPr>
        <p:spPr>
          <a:xfrm>
            <a:off x="4959457" y="1340603"/>
            <a:ext cx="4262034" cy="5517397"/>
          </a:xfrm>
          <a:custGeom>
            <a:avLst/>
            <a:gdLst>
              <a:gd name="connsiteX0" fmla="*/ 2131017 w 4262034"/>
              <a:gd name="connsiteY0" fmla="*/ 0 h 5517397"/>
              <a:gd name="connsiteX1" fmla="*/ 4262034 w 4262034"/>
              <a:gd name="connsiteY1" fmla="*/ 2131017 h 5517397"/>
              <a:gd name="connsiteX2" fmla="*/ 4262034 w 4262034"/>
              <a:gd name="connsiteY2" fmla="*/ 5517397 h 5517397"/>
              <a:gd name="connsiteX3" fmla="*/ 0 w 4262034"/>
              <a:gd name="connsiteY3" fmla="*/ 5517397 h 5517397"/>
              <a:gd name="connsiteX4" fmla="*/ 0 w 4262034"/>
              <a:gd name="connsiteY4" fmla="*/ 2131017 h 5517397"/>
              <a:gd name="connsiteX5" fmla="*/ 2131017 w 4262034"/>
              <a:gd name="connsiteY5" fmla="*/ 0 h 5517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2034" h="5517397">
                <a:moveTo>
                  <a:pt x="2131017" y="0"/>
                </a:moveTo>
                <a:cubicBezTo>
                  <a:pt x="3307945" y="0"/>
                  <a:pt x="4262034" y="954089"/>
                  <a:pt x="4262034" y="2131017"/>
                </a:cubicBezTo>
                <a:lnTo>
                  <a:pt x="4262034" y="5517397"/>
                </a:lnTo>
                <a:lnTo>
                  <a:pt x="0" y="5517397"/>
                </a:lnTo>
                <a:lnTo>
                  <a:pt x="0" y="2131017"/>
                </a:lnTo>
                <a:cubicBezTo>
                  <a:pt x="0" y="954089"/>
                  <a:pt x="954089" y="0"/>
                  <a:pt x="2131017" y="0"/>
                </a:cubicBezTo>
                <a:close/>
              </a:path>
            </a:pathLst>
          </a:custGeom>
        </p:spPr>
        <p:txBody>
          <a:bodyPr wrap="square">
            <a:noAutofit/>
          </a:bodyPr>
          <a:lstStyle/>
          <a:p>
            <a:endParaRPr lang="en-US"/>
          </a:p>
        </p:txBody>
      </p:sp>
    </p:spTree>
    <p:extLst>
      <p:ext uri="{BB962C8B-B14F-4D97-AF65-F5344CB8AC3E}">
        <p14:creationId xmlns:p14="http://schemas.microsoft.com/office/powerpoint/2010/main" val="79684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BDF89AC-FF6D-7E6D-6503-B1F0BFC66238}"/>
              </a:ext>
            </a:extLst>
          </p:cNvPr>
          <p:cNvSpPr>
            <a:spLocks noGrp="1"/>
          </p:cNvSpPr>
          <p:nvPr>
            <p:ph type="pic" sz="quarter" idx="10"/>
          </p:nvPr>
        </p:nvSpPr>
        <p:spPr>
          <a:xfrm>
            <a:off x="878542" y="1782199"/>
            <a:ext cx="5486399" cy="1994659"/>
          </a:xfrm>
          <a:custGeom>
            <a:avLst/>
            <a:gdLst>
              <a:gd name="connsiteX0" fmla="*/ 165716 w 5486399"/>
              <a:gd name="connsiteY0" fmla="*/ 0 h 1994659"/>
              <a:gd name="connsiteX1" fmla="*/ 5320683 w 5486399"/>
              <a:gd name="connsiteY1" fmla="*/ 0 h 1994659"/>
              <a:gd name="connsiteX2" fmla="*/ 5486399 w 5486399"/>
              <a:gd name="connsiteY2" fmla="*/ 165716 h 1994659"/>
              <a:gd name="connsiteX3" fmla="*/ 5486399 w 5486399"/>
              <a:gd name="connsiteY3" fmla="*/ 1828943 h 1994659"/>
              <a:gd name="connsiteX4" fmla="*/ 5320683 w 5486399"/>
              <a:gd name="connsiteY4" fmla="*/ 1994659 h 1994659"/>
              <a:gd name="connsiteX5" fmla="*/ 165716 w 5486399"/>
              <a:gd name="connsiteY5" fmla="*/ 1994659 h 1994659"/>
              <a:gd name="connsiteX6" fmla="*/ 0 w 5486399"/>
              <a:gd name="connsiteY6" fmla="*/ 1828943 h 1994659"/>
              <a:gd name="connsiteX7" fmla="*/ 0 w 5486399"/>
              <a:gd name="connsiteY7" fmla="*/ 165716 h 1994659"/>
              <a:gd name="connsiteX8" fmla="*/ 165716 w 5486399"/>
              <a:gd name="connsiteY8" fmla="*/ 0 h 199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399" h="1994659">
                <a:moveTo>
                  <a:pt x="165716" y="0"/>
                </a:moveTo>
                <a:lnTo>
                  <a:pt x="5320683" y="0"/>
                </a:lnTo>
                <a:cubicBezTo>
                  <a:pt x="5412205" y="0"/>
                  <a:pt x="5486399" y="74194"/>
                  <a:pt x="5486399" y="165716"/>
                </a:cubicBezTo>
                <a:lnTo>
                  <a:pt x="5486399" y="1828943"/>
                </a:lnTo>
                <a:cubicBezTo>
                  <a:pt x="5486399" y="1920465"/>
                  <a:pt x="5412205" y="1994659"/>
                  <a:pt x="5320683" y="1994659"/>
                </a:cubicBezTo>
                <a:lnTo>
                  <a:pt x="165716" y="1994659"/>
                </a:lnTo>
                <a:cubicBezTo>
                  <a:pt x="74194" y="1994659"/>
                  <a:pt x="0" y="1920465"/>
                  <a:pt x="0" y="1828943"/>
                </a:cubicBezTo>
                <a:lnTo>
                  <a:pt x="0" y="165716"/>
                </a:lnTo>
                <a:cubicBezTo>
                  <a:pt x="0" y="74194"/>
                  <a:pt x="74194" y="0"/>
                  <a:pt x="165716"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DD0B22DF-0A38-028C-3B60-597C8757702F}"/>
              </a:ext>
            </a:extLst>
          </p:cNvPr>
          <p:cNvSpPr>
            <a:spLocks noGrp="1"/>
          </p:cNvSpPr>
          <p:nvPr>
            <p:ph type="pic" sz="quarter" idx="11"/>
          </p:nvPr>
        </p:nvSpPr>
        <p:spPr>
          <a:xfrm>
            <a:off x="6884893" y="4235811"/>
            <a:ext cx="4428565" cy="1680895"/>
          </a:xfrm>
          <a:custGeom>
            <a:avLst/>
            <a:gdLst>
              <a:gd name="connsiteX0" fmla="*/ 139649 w 4428565"/>
              <a:gd name="connsiteY0" fmla="*/ 0 h 1680895"/>
              <a:gd name="connsiteX1" fmla="*/ 4288916 w 4428565"/>
              <a:gd name="connsiteY1" fmla="*/ 0 h 1680895"/>
              <a:gd name="connsiteX2" fmla="*/ 4428565 w 4428565"/>
              <a:gd name="connsiteY2" fmla="*/ 139649 h 1680895"/>
              <a:gd name="connsiteX3" fmla="*/ 4428565 w 4428565"/>
              <a:gd name="connsiteY3" fmla="*/ 1541246 h 1680895"/>
              <a:gd name="connsiteX4" fmla="*/ 4288916 w 4428565"/>
              <a:gd name="connsiteY4" fmla="*/ 1680895 h 1680895"/>
              <a:gd name="connsiteX5" fmla="*/ 139649 w 4428565"/>
              <a:gd name="connsiteY5" fmla="*/ 1680895 h 1680895"/>
              <a:gd name="connsiteX6" fmla="*/ 0 w 4428565"/>
              <a:gd name="connsiteY6" fmla="*/ 1541246 h 1680895"/>
              <a:gd name="connsiteX7" fmla="*/ 0 w 4428565"/>
              <a:gd name="connsiteY7" fmla="*/ 139649 h 1680895"/>
              <a:gd name="connsiteX8" fmla="*/ 139649 w 4428565"/>
              <a:gd name="connsiteY8" fmla="*/ 0 h 168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8565" h="1680895">
                <a:moveTo>
                  <a:pt x="139649" y="0"/>
                </a:moveTo>
                <a:lnTo>
                  <a:pt x="4288916" y="0"/>
                </a:lnTo>
                <a:cubicBezTo>
                  <a:pt x="4366042" y="0"/>
                  <a:pt x="4428565" y="62523"/>
                  <a:pt x="4428565" y="139649"/>
                </a:cubicBezTo>
                <a:lnTo>
                  <a:pt x="4428565" y="1541246"/>
                </a:lnTo>
                <a:cubicBezTo>
                  <a:pt x="4428565" y="1618372"/>
                  <a:pt x="4366042" y="1680895"/>
                  <a:pt x="4288916" y="1680895"/>
                </a:cubicBezTo>
                <a:lnTo>
                  <a:pt x="139649" y="1680895"/>
                </a:lnTo>
                <a:cubicBezTo>
                  <a:pt x="62523" y="1680895"/>
                  <a:pt x="0" y="1618372"/>
                  <a:pt x="0" y="1541246"/>
                </a:cubicBezTo>
                <a:lnTo>
                  <a:pt x="0" y="139649"/>
                </a:lnTo>
                <a:cubicBezTo>
                  <a:pt x="0" y="62523"/>
                  <a:pt x="62523" y="0"/>
                  <a:pt x="13964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574791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E2EB830-5369-9925-6347-24FCA2079061}"/>
              </a:ext>
            </a:extLst>
          </p:cNvPr>
          <p:cNvSpPr>
            <a:spLocks noGrp="1"/>
          </p:cNvSpPr>
          <p:nvPr>
            <p:ph type="pic" sz="quarter" idx="10"/>
          </p:nvPr>
        </p:nvSpPr>
        <p:spPr>
          <a:xfrm>
            <a:off x="6340753" y="1453950"/>
            <a:ext cx="5153023" cy="2032199"/>
          </a:xfrm>
          <a:custGeom>
            <a:avLst/>
            <a:gdLst>
              <a:gd name="connsiteX0" fmla="*/ 168835 w 5153023"/>
              <a:gd name="connsiteY0" fmla="*/ 0 h 2032199"/>
              <a:gd name="connsiteX1" fmla="*/ 4984188 w 5153023"/>
              <a:gd name="connsiteY1" fmla="*/ 0 h 2032199"/>
              <a:gd name="connsiteX2" fmla="*/ 5153023 w 5153023"/>
              <a:gd name="connsiteY2" fmla="*/ 168835 h 2032199"/>
              <a:gd name="connsiteX3" fmla="*/ 5153023 w 5153023"/>
              <a:gd name="connsiteY3" fmla="*/ 1863364 h 2032199"/>
              <a:gd name="connsiteX4" fmla="*/ 4984188 w 5153023"/>
              <a:gd name="connsiteY4" fmla="*/ 2032199 h 2032199"/>
              <a:gd name="connsiteX5" fmla="*/ 168835 w 5153023"/>
              <a:gd name="connsiteY5" fmla="*/ 2032199 h 2032199"/>
              <a:gd name="connsiteX6" fmla="*/ 0 w 5153023"/>
              <a:gd name="connsiteY6" fmla="*/ 1863364 h 2032199"/>
              <a:gd name="connsiteX7" fmla="*/ 0 w 5153023"/>
              <a:gd name="connsiteY7" fmla="*/ 168835 h 2032199"/>
              <a:gd name="connsiteX8" fmla="*/ 168835 w 5153023"/>
              <a:gd name="connsiteY8" fmla="*/ 0 h 2032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3023" h="2032199">
                <a:moveTo>
                  <a:pt x="168835" y="0"/>
                </a:moveTo>
                <a:lnTo>
                  <a:pt x="4984188" y="0"/>
                </a:lnTo>
                <a:cubicBezTo>
                  <a:pt x="5077433" y="0"/>
                  <a:pt x="5153023" y="75590"/>
                  <a:pt x="5153023" y="168835"/>
                </a:cubicBezTo>
                <a:lnTo>
                  <a:pt x="5153023" y="1863364"/>
                </a:lnTo>
                <a:cubicBezTo>
                  <a:pt x="5153023" y="1956609"/>
                  <a:pt x="5077433" y="2032199"/>
                  <a:pt x="4984188" y="2032199"/>
                </a:cubicBezTo>
                <a:lnTo>
                  <a:pt x="168835" y="2032199"/>
                </a:lnTo>
                <a:cubicBezTo>
                  <a:pt x="75590" y="2032199"/>
                  <a:pt x="0" y="1956609"/>
                  <a:pt x="0" y="1863364"/>
                </a:cubicBezTo>
                <a:lnTo>
                  <a:pt x="0" y="168835"/>
                </a:lnTo>
                <a:cubicBezTo>
                  <a:pt x="0" y="75590"/>
                  <a:pt x="75590" y="0"/>
                  <a:pt x="168835"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AFE53E31-5D90-3514-14AA-236F368146C5}"/>
              </a:ext>
            </a:extLst>
          </p:cNvPr>
          <p:cNvSpPr>
            <a:spLocks noGrp="1"/>
          </p:cNvSpPr>
          <p:nvPr>
            <p:ph type="pic" sz="quarter" idx="11"/>
          </p:nvPr>
        </p:nvSpPr>
        <p:spPr>
          <a:xfrm>
            <a:off x="6340753" y="3968549"/>
            <a:ext cx="5153023" cy="2032199"/>
          </a:xfrm>
          <a:custGeom>
            <a:avLst/>
            <a:gdLst>
              <a:gd name="connsiteX0" fmla="*/ 168835 w 5153023"/>
              <a:gd name="connsiteY0" fmla="*/ 0 h 2032199"/>
              <a:gd name="connsiteX1" fmla="*/ 4984188 w 5153023"/>
              <a:gd name="connsiteY1" fmla="*/ 0 h 2032199"/>
              <a:gd name="connsiteX2" fmla="*/ 5153023 w 5153023"/>
              <a:gd name="connsiteY2" fmla="*/ 168835 h 2032199"/>
              <a:gd name="connsiteX3" fmla="*/ 5153023 w 5153023"/>
              <a:gd name="connsiteY3" fmla="*/ 1863364 h 2032199"/>
              <a:gd name="connsiteX4" fmla="*/ 4984188 w 5153023"/>
              <a:gd name="connsiteY4" fmla="*/ 2032199 h 2032199"/>
              <a:gd name="connsiteX5" fmla="*/ 168835 w 5153023"/>
              <a:gd name="connsiteY5" fmla="*/ 2032199 h 2032199"/>
              <a:gd name="connsiteX6" fmla="*/ 0 w 5153023"/>
              <a:gd name="connsiteY6" fmla="*/ 1863364 h 2032199"/>
              <a:gd name="connsiteX7" fmla="*/ 0 w 5153023"/>
              <a:gd name="connsiteY7" fmla="*/ 168835 h 2032199"/>
              <a:gd name="connsiteX8" fmla="*/ 168835 w 5153023"/>
              <a:gd name="connsiteY8" fmla="*/ 0 h 2032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3023" h="2032199">
                <a:moveTo>
                  <a:pt x="168835" y="0"/>
                </a:moveTo>
                <a:lnTo>
                  <a:pt x="4984188" y="0"/>
                </a:lnTo>
                <a:cubicBezTo>
                  <a:pt x="5077433" y="0"/>
                  <a:pt x="5153023" y="75590"/>
                  <a:pt x="5153023" y="168835"/>
                </a:cubicBezTo>
                <a:lnTo>
                  <a:pt x="5153023" y="1863364"/>
                </a:lnTo>
                <a:cubicBezTo>
                  <a:pt x="5153023" y="1956609"/>
                  <a:pt x="5077433" y="2032199"/>
                  <a:pt x="4984188" y="2032199"/>
                </a:cubicBezTo>
                <a:lnTo>
                  <a:pt x="168835" y="2032199"/>
                </a:lnTo>
                <a:cubicBezTo>
                  <a:pt x="75590" y="2032199"/>
                  <a:pt x="0" y="1956609"/>
                  <a:pt x="0" y="1863364"/>
                </a:cubicBezTo>
                <a:lnTo>
                  <a:pt x="0" y="168835"/>
                </a:lnTo>
                <a:cubicBezTo>
                  <a:pt x="0" y="75590"/>
                  <a:pt x="75590" y="0"/>
                  <a:pt x="16883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132599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28955E2-1D7E-6B4E-74FC-BDFF3793295D}"/>
              </a:ext>
            </a:extLst>
          </p:cNvPr>
          <p:cNvSpPr>
            <a:spLocks noGrp="1"/>
          </p:cNvSpPr>
          <p:nvPr>
            <p:ph type="pic" sz="quarter" idx="10"/>
          </p:nvPr>
        </p:nvSpPr>
        <p:spPr>
          <a:xfrm>
            <a:off x="3971009" y="1432916"/>
            <a:ext cx="2318093" cy="3653434"/>
          </a:xfrm>
          <a:custGeom>
            <a:avLst/>
            <a:gdLst>
              <a:gd name="connsiteX0" fmla="*/ 192587 w 2318093"/>
              <a:gd name="connsiteY0" fmla="*/ 0 h 3653434"/>
              <a:gd name="connsiteX1" fmla="*/ 2125506 w 2318093"/>
              <a:gd name="connsiteY1" fmla="*/ 0 h 3653434"/>
              <a:gd name="connsiteX2" fmla="*/ 2318093 w 2318093"/>
              <a:gd name="connsiteY2" fmla="*/ 192587 h 3653434"/>
              <a:gd name="connsiteX3" fmla="*/ 2318093 w 2318093"/>
              <a:gd name="connsiteY3" fmla="*/ 3460847 h 3653434"/>
              <a:gd name="connsiteX4" fmla="*/ 2125506 w 2318093"/>
              <a:gd name="connsiteY4" fmla="*/ 3653434 h 3653434"/>
              <a:gd name="connsiteX5" fmla="*/ 192587 w 2318093"/>
              <a:gd name="connsiteY5" fmla="*/ 3653434 h 3653434"/>
              <a:gd name="connsiteX6" fmla="*/ 0 w 2318093"/>
              <a:gd name="connsiteY6" fmla="*/ 3460847 h 3653434"/>
              <a:gd name="connsiteX7" fmla="*/ 0 w 2318093"/>
              <a:gd name="connsiteY7" fmla="*/ 192587 h 3653434"/>
              <a:gd name="connsiteX8" fmla="*/ 192587 w 2318093"/>
              <a:gd name="connsiteY8" fmla="*/ 0 h 365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8093" h="3653434">
                <a:moveTo>
                  <a:pt x="192587" y="0"/>
                </a:moveTo>
                <a:lnTo>
                  <a:pt x="2125506" y="0"/>
                </a:lnTo>
                <a:cubicBezTo>
                  <a:pt x="2231869" y="0"/>
                  <a:pt x="2318093" y="86224"/>
                  <a:pt x="2318093" y="192587"/>
                </a:cubicBezTo>
                <a:lnTo>
                  <a:pt x="2318093" y="3460847"/>
                </a:lnTo>
                <a:cubicBezTo>
                  <a:pt x="2318093" y="3567210"/>
                  <a:pt x="2231869" y="3653434"/>
                  <a:pt x="2125506" y="3653434"/>
                </a:cubicBezTo>
                <a:lnTo>
                  <a:pt x="192587" y="3653434"/>
                </a:lnTo>
                <a:cubicBezTo>
                  <a:pt x="86224" y="3653434"/>
                  <a:pt x="0" y="3567210"/>
                  <a:pt x="0" y="3460847"/>
                </a:cubicBezTo>
                <a:lnTo>
                  <a:pt x="0" y="192587"/>
                </a:lnTo>
                <a:cubicBezTo>
                  <a:pt x="0" y="86224"/>
                  <a:pt x="86224" y="0"/>
                  <a:pt x="192587" y="0"/>
                </a:cubicBezTo>
                <a:close/>
              </a:path>
            </a:pathLst>
          </a:custGeom>
        </p:spPr>
        <p:txBody>
          <a:bodyPr wrap="square">
            <a:noAutofit/>
          </a:bodyPr>
          <a:lstStyle/>
          <a:p>
            <a:endParaRPr lang="en-US"/>
          </a:p>
        </p:txBody>
      </p:sp>
      <p:sp>
        <p:nvSpPr>
          <p:cNvPr id="10" name="Picture Placeholder 9">
            <a:extLst>
              <a:ext uri="{FF2B5EF4-FFF2-40B4-BE49-F238E27FC236}">
                <a16:creationId xmlns:a16="http://schemas.microsoft.com/office/drawing/2014/main" id="{7DB13931-C219-8F2C-3473-C4AC07D4DD9B}"/>
              </a:ext>
            </a:extLst>
          </p:cNvPr>
          <p:cNvSpPr>
            <a:spLocks noGrp="1"/>
          </p:cNvSpPr>
          <p:nvPr>
            <p:ph type="pic" sz="quarter" idx="11"/>
          </p:nvPr>
        </p:nvSpPr>
        <p:spPr>
          <a:xfrm>
            <a:off x="6571152" y="1432917"/>
            <a:ext cx="2318093" cy="3653434"/>
          </a:xfrm>
          <a:custGeom>
            <a:avLst/>
            <a:gdLst>
              <a:gd name="connsiteX0" fmla="*/ 192587 w 2318093"/>
              <a:gd name="connsiteY0" fmla="*/ 0 h 3653434"/>
              <a:gd name="connsiteX1" fmla="*/ 2125506 w 2318093"/>
              <a:gd name="connsiteY1" fmla="*/ 0 h 3653434"/>
              <a:gd name="connsiteX2" fmla="*/ 2318093 w 2318093"/>
              <a:gd name="connsiteY2" fmla="*/ 192587 h 3653434"/>
              <a:gd name="connsiteX3" fmla="*/ 2318093 w 2318093"/>
              <a:gd name="connsiteY3" fmla="*/ 3460847 h 3653434"/>
              <a:gd name="connsiteX4" fmla="*/ 2125506 w 2318093"/>
              <a:gd name="connsiteY4" fmla="*/ 3653434 h 3653434"/>
              <a:gd name="connsiteX5" fmla="*/ 192587 w 2318093"/>
              <a:gd name="connsiteY5" fmla="*/ 3653434 h 3653434"/>
              <a:gd name="connsiteX6" fmla="*/ 0 w 2318093"/>
              <a:gd name="connsiteY6" fmla="*/ 3460847 h 3653434"/>
              <a:gd name="connsiteX7" fmla="*/ 0 w 2318093"/>
              <a:gd name="connsiteY7" fmla="*/ 192587 h 3653434"/>
              <a:gd name="connsiteX8" fmla="*/ 192587 w 2318093"/>
              <a:gd name="connsiteY8" fmla="*/ 0 h 365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8093" h="3653434">
                <a:moveTo>
                  <a:pt x="192587" y="0"/>
                </a:moveTo>
                <a:lnTo>
                  <a:pt x="2125506" y="0"/>
                </a:lnTo>
                <a:cubicBezTo>
                  <a:pt x="2231869" y="0"/>
                  <a:pt x="2318093" y="86224"/>
                  <a:pt x="2318093" y="192587"/>
                </a:cubicBezTo>
                <a:lnTo>
                  <a:pt x="2318093" y="3460847"/>
                </a:lnTo>
                <a:cubicBezTo>
                  <a:pt x="2318093" y="3567210"/>
                  <a:pt x="2231869" y="3653434"/>
                  <a:pt x="2125506" y="3653434"/>
                </a:cubicBezTo>
                <a:lnTo>
                  <a:pt x="192587" y="3653434"/>
                </a:lnTo>
                <a:cubicBezTo>
                  <a:pt x="86224" y="3653434"/>
                  <a:pt x="0" y="3567210"/>
                  <a:pt x="0" y="3460847"/>
                </a:cubicBezTo>
                <a:lnTo>
                  <a:pt x="0" y="192587"/>
                </a:lnTo>
                <a:cubicBezTo>
                  <a:pt x="0" y="86224"/>
                  <a:pt x="86224" y="0"/>
                  <a:pt x="192587" y="0"/>
                </a:cubicBezTo>
                <a:close/>
              </a:path>
            </a:pathLst>
          </a:custGeom>
        </p:spPr>
        <p:txBody>
          <a:bodyPr wrap="square">
            <a:noAutofit/>
          </a:bodyPr>
          <a:lstStyle/>
          <a:p>
            <a:endParaRPr lang="en-US"/>
          </a:p>
        </p:txBody>
      </p:sp>
      <p:sp>
        <p:nvSpPr>
          <p:cNvPr id="13" name="Picture Placeholder 12">
            <a:extLst>
              <a:ext uri="{FF2B5EF4-FFF2-40B4-BE49-F238E27FC236}">
                <a16:creationId xmlns:a16="http://schemas.microsoft.com/office/drawing/2014/main" id="{27C2E0C0-7C8E-A391-D100-DED5446D1E15}"/>
              </a:ext>
            </a:extLst>
          </p:cNvPr>
          <p:cNvSpPr>
            <a:spLocks noGrp="1"/>
          </p:cNvSpPr>
          <p:nvPr>
            <p:ph type="pic" sz="quarter" idx="12"/>
          </p:nvPr>
        </p:nvSpPr>
        <p:spPr>
          <a:xfrm>
            <a:off x="9171295" y="1432917"/>
            <a:ext cx="2318093" cy="3653434"/>
          </a:xfrm>
          <a:custGeom>
            <a:avLst/>
            <a:gdLst>
              <a:gd name="connsiteX0" fmla="*/ 192587 w 2318093"/>
              <a:gd name="connsiteY0" fmla="*/ 0 h 3653434"/>
              <a:gd name="connsiteX1" fmla="*/ 2125506 w 2318093"/>
              <a:gd name="connsiteY1" fmla="*/ 0 h 3653434"/>
              <a:gd name="connsiteX2" fmla="*/ 2318093 w 2318093"/>
              <a:gd name="connsiteY2" fmla="*/ 192587 h 3653434"/>
              <a:gd name="connsiteX3" fmla="*/ 2318093 w 2318093"/>
              <a:gd name="connsiteY3" fmla="*/ 3460847 h 3653434"/>
              <a:gd name="connsiteX4" fmla="*/ 2125506 w 2318093"/>
              <a:gd name="connsiteY4" fmla="*/ 3653434 h 3653434"/>
              <a:gd name="connsiteX5" fmla="*/ 192587 w 2318093"/>
              <a:gd name="connsiteY5" fmla="*/ 3653434 h 3653434"/>
              <a:gd name="connsiteX6" fmla="*/ 0 w 2318093"/>
              <a:gd name="connsiteY6" fmla="*/ 3460847 h 3653434"/>
              <a:gd name="connsiteX7" fmla="*/ 0 w 2318093"/>
              <a:gd name="connsiteY7" fmla="*/ 192587 h 3653434"/>
              <a:gd name="connsiteX8" fmla="*/ 192587 w 2318093"/>
              <a:gd name="connsiteY8" fmla="*/ 0 h 365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8093" h="3653434">
                <a:moveTo>
                  <a:pt x="192587" y="0"/>
                </a:moveTo>
                <a:lnTo>
                  <a:pt x="2125506" y="0"/>
                </a:lnTo>
                <a:cubicBezTo>
                  <a:pt x="2231869" y="0"/>
                  <a:pt x="2318093" y="86224"/>
                  <a:pt x="2318093" y="192587"/>
                </a:cubicBezTo>
                <a:lnTo>
                  <a:pt x="2318093" y="3460847"/>
                </a:lnTo>
                <a:cubicBezTo>
                  <a:pt x="2318093" y="3567210"/>
                  <a:pt x="2231869" y="3653434"/>
                  <a:pt x="2125506" y="3653434"/>
                </a:cubicBezTo>
                <a:lnTo>
                  <a:pt x="192587" y="3653434"/>
                </a:lnTo>
                <a:cubicBezTo>
                  <a:pt x="86224" y="3653434"/>
                  <a:pt x="0" y="3567210"/>
                  <a:pt x="0" y="3460847"/>
                </a:cubicBezTo>
                <a:lnTo>
                  <a:pt x="0" y="192587"/>
                </a:lnTo>
                <a:cubicBezTo>
                  <a:pt x="0" y="86224"/>
                  <a:pt x="86224" y="0"/>
                  <a:pt x="192587" y="0"/>
                </a:cubicBezTo>
                <a:close/>
              </a:path>
            </a:pathLst>
          </a:custGeom>
        </p:spPr>
        <p:txBody>
          <a:bodyPr wrap="square">
            <a:noAutofit/>
          </a:bodyPr>
          <a:lstStyle/>
          <a:p>
            <a:endParaRPr lang="en-US"/>
          </a:p>
        </p:txBody>
      </p:sp>
    </p:spTree>
    <p:extLst>
      <p:ext uri="{BB962C8B-B14F-4D97-AF65-F5344CB8AC3E}">
        <p14:creationId xmlns:p14="http://schemas.microsoft.com/office/powerpoint/2010/main" val="742185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A4495EC-AE7C-E64A-995B-D0584E7582B0}"/>
              </a:ext>
            </a:extLst>
          </p:cNvPr>
          <p:cNvSpPr>
            <a:spLocks noGrp="1"/>
          </p:cNvSpPr>
          <p:nvPr>
            <p:ph type="pic" sz="quarter" idx="10"/>
          </p:nvPr>
        </p:nvSpPr>
        <p:spPr>
          <a:xfrm>
            <a:off x="824345" y="1484287"/>
            <a:ext cx="2617355" cy="4637113"/>
          </a:xfrm>
          <a:custGeom>
            <a:avLst/>
            <a:gdLst>
              <a:gd name="connsiteX0" fmla="*/ 217450 w 2617355"/>
              <a:gd name="connsiteY0" fmla="*/ 0 h 4637113"/>
              <a:gd name="connsiteX1" fmla="*/ 2399905 w 2617355"/>
              <a:gd name="connsiteY1" fmla="*/ 0 h 4637113"/>
              <a:gd name="connsiteX2" fmla="*/ 2617355 w 2617355"/>
              <a:gd name="connsiteY2" fmla="*/ 217450 h 4637113"/>
              <a:gd name="connsiteX3" fmla="*/ 2617355 w 2617355"/>
              <a:gd name="connsiteY3" fmla="*/ 4419663 h 4637113"/>
              <a:gd name="connsiteX4" fmla="*/ 2399905 w 2617355"/>
              <a:gd name="connsiteY4" fmla="*/ 4637113 h 4637113"/>
              <a:gd name="connsiteX5" fmla="*/ 217450 w 2617355"/>
              <a:gd name="connsiteY5" fmla="*/ 4637113 h 4637113"/>
              <a:gd name="connsiteX6" fmla="*/ 0 w 2617355"/>
              <a:gd name="connsiteY6" fmla="*/ 4419663 h 4637113"/>
              <a:gd name="connsiteX7" fmla="*/ 0 w 2617355"/>
              <a:gd name="connsiteY7" fmla="*/ 217450 h 4637113"/>
              <a:gd name="connsiteX8" fmla="*/ 217450 w 2617355"/>
              <a:gd name="connsiteY8" fmla="*/ 0 h 4637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355" h="4637113">
                <a:moveTo>
                  <a:pt x="217450" y="0"/>
                </a:moveTo>
                <a:lnTo>
                  <a:pt x="2399905" y="0"/>
                </a:lnTo>
                <a:cubicBezTo>
                  <a:pt x="2519999" y="0"/>
                  <a:pt x="2617355" y="97356"/>
                  <a:pt x="2617355" y="217450"/>
                </a:cubicBezTo>
                <a:lnTo>
                  <a:pt x="2617355" y="4419663"/>
                </a:lnTo>
                <a:cubicBezTo>
                  <a:pt x="2617355" y="4539757"/>
                  <a:pt x="2519999" y="4637113"/>
                  <a:pt x="2399905" y="4637113"/>
                </a:cubicBezTo>
                <a:lnTo>
                  <a:pt x="217450" y="4637113"/>
                </a:lnTo>
                <a:cubicBezTo>
                  <a:pt x="97356" y="4637113"/>
                  <a:pt x="0" y="4539757"/>
                  <a:pt x="0" y="4419663"/>
                </a:cubicBezTo>
                <a:lnTo>
                  <a:pt x="0" y="217450"/>
                </a:lnTo>
                <a:cubicBezTo>
                  <a:pt x="0" y="97356"/>
                  <a:pt x="97356" y="0"/>
                  <a:pt x="217450"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EA315318-D6A8-A1F4-D956-ED96890C1953}"/>
              </a:ext>
            </a:extLst>
          </p:cNvPr>
          <p:cNvSpPr>
            <a:spLocks noGrp="1"/>
          </p:cNvSpPr>
          <p:nvPr>
            <p:ph type="pic" sz="quarter" idx="11"/>
          </p:nvPr>
        </p:nvSpPr>
        <p:spPr>
          <a:xfrm>
            <a:off x="3885044" y="1484287"/>
            <a:ext cx="2210955" cy="2516213"/>
          </a:xfrm>
          <a:custGeom>
            <a:avLst/>
            <a:gdLst>
              <a:gd name="connsiteX0" fmla="*/ 183686 w 2210955"/>
              <a:gd name="connsiteY0" fmla="*/ 0 h 2516213"/>
              <a:gd name="connsiteX1" fmla="*/ 2027269 w 2210955"/>
              <a:gd name="connsiteY1" fmla="*/ 0 h 2516213"/>
              <a:gd name="connsiteX2" fmla="*/ 2210955 w 2210955"/>
              <a:gd name="connsiteY2" fmla="*/ 183686 h 2516213"/>
              <a:gd name="connsiteX3" fmla="*/ 2210955 w 2210955"/>
              <a:gd name="connsiteY3" fmla="*/ 2332527 h 2516213"/>
              <a:gd name="connsiteX4" fmla="*/ 2027269 w 2210955"/>
              <a:gd name="connsiteY4" fmla="*/ 2516213 h 2516213"/>
              <a:gd name="connsiteX5" fmla="*/ 183686 w 2210955"/>
              <a:gd name="connsiteY5" fmla="*/ 2516213 h 2516213"/>
              <a:gd name="connsiteX6" fmla="*/ 0 w 2210955"/>
              <a:gd name="connsiteY6" fmla="*/ 2332527 h 2516213"/>
              <a:gd name="connsiteX7" fmla="*/ 0 w 2210955"/>
              <a:gd name="connsiteY7" fmla="*/ 183686 h 2516213"/>
              <a:gd name="connsiteX8" fmla="*/ 183686 w 2210955"/>
              <a:gd name="connsiteY8" fmla="*/ 0 h 251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0955" h="2516213">
                <a:moveTo>
                  <a:pt x="183686" y="0"/>
                </a:moveTo>
                <a:lnTo>
                  <a:pt x="2027269" y="0"/>
                </a:lnTo>
                <a:cubicBezTo>
                  <a:pt x="2128716" y="0"/>
                  <a:pt x="2210955" y="82239"/>
                  <a:pt x="2210955" y="183686"/>
                </a:cubicBezTo>
                <a:lnTo>
                  <a:pt x="2210955" y="2332527"/>
                </a:lnTo>
                <a:cubicBezTo>
                  <a:pt x="2210955" y="2433974"/>
                  <a:pt x="2128716" y="2516213"/>
                  <a:pt x="2027269" y="2516213"/>
                </a:cubicBezTo>
                <a:lnTo>
                  <a:pt x="183686" y="2516213"/>
                </a:lnTo>
                <a:cubicBezTo>
                  <a:pt x="82239" y="2516213"/>
                  <a:pt x="0" y="2433974"/>
                  <a:pt x="0" y="2332527"/>
                </a:cubicBezTo>
                <a:lnTo>
                  <a:pt x="0" y="183686"/>
                </a:lnTo>
                <a:cubicBezTo>
                  <a:pt x="0" y="82239"/>
                  <a:pt x="82239" y="0"/>
                  <a:pt x="183686"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298682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281C005-73AA-1F19-E613-483D7CE76895}"/>
              </a:ext>
            </a:extLst>
          </p:cNvPr>
          <p:cNvSpPr>
            <a:spLocks noGrp="1"/>
          </p:cNvSpPr>
          <p:nvPr>
            <p:ph type="pic" sz="quarter" idx="10"/>
          </p:nvPr>
        </p:nvSpPr>
        <p:spPr>
          <a:xfrm>
            <a:off x="6362700" y="1471587"/>
            <a:ext cx="5206681" cy="2109813"/>
          </a:xfrm>
          <a:custGeom>
            <a:avLst/>
            <a:gdLst>
              <a:gd name="connsiteX0" fmla="*/ 175283 w 5206681"/>
              <a:gd name="connsiteY0" fmla="*/ 0 h 2109813"/>
              <a:gd name="connsiteX1" fmla="*/ 5031398 w 5206681"/>
              <a:gd name="connsiteY1" fmla="*/ 0 h 2109813"/>
              <a:gd name="connsiteX2" fmla="*/ 5206681 w 5206681"/>
              <a:gd name="connsiteY2" fmla="*/ 175283 h 2109813"/>
              <a:gd name="connsiteX3" fmla="*/ 5206681 w 5206681"/>
              <a:gd name="connsiteY3" fmla="*/ 1934530 h 2109813"/>
              <a:gd name="connsiteX4" fmla="*/ 5031398 w 5206681"/>
              <a:gd name="connsiteY4" fmla="*/ 2109813 h 2109813"/>
              <a:gd name="connsiteX5" fmla="*/ 175283 w 5206681"/>
              <a:gd name="connsiteY5" fmla="*/ 2109813 h 2109813"/>
              <a:gd name="connsiteX6" fmla="*/ 0 w 5206681"/>
              <a:gd name="connsiteY6" fmla="*/ 1934530 h 2109813"/>
              <a:gd name="connsiteX7" fmla="*/ 0 w 5206681"/>
              <a:gd name="connsiteY7" fmla="*/ 175283 h 2109813"/>
              <a:gd name="connsiteX8" fmla="*/ 175283 w 5206681"/>
              <a:gd name="connsiteY8" fmla="*/ 0 h 210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6681" h="2109813">
                <a:moveTo>
                  <a:pt x="175283" y="0"/>
                </a:moveTo>
                <a:lnTo>
                  <a:pt x="5031398" y="0"/>
                </a:lnTo>
                <a:cubicBezTo>
                  <a:pt x="5128204" y="0"/>
                  <a:pt x="5206681" y="78477"/>
                  <a:pt x="5206681" y="175283"/>
                </a:cubicBezTo>
                <a:lnTo>
                  <a:pt x="5206681" y="1934530"/>
                </a:lnTo>
                <a:cubicBezTo>
                  <a:pt x="5206681" y="2031336"/>
                  <a:pt x="5128204" y="2109813"/>
                  <a:pt x="5031398" y="2109813"/>
                </a:cubicBezTo>
                <a:lnTo>
                  <a:pt x="175283" y="2109813"/>
                </a:lnTo>
                <a:cubicBezTo>
                  <a:pt x="78477" y="2109813"/>
                  <a:pt x="0" y="2031336"/>
                  <a:pt x="0" y="1934530"/>
                </a:cubicBezTo>
                <a:lnTo>
                  <a:pt x="0" y="175283"/>
                </a:lnTo>
                <a:cubicBezTo>
                  <a:pt x="0" y="78477"/>
                  <a:pt x="78477" y="0"/>
                  <a:pt x="175283"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7866B93E-81A7-06F3-7BAB-01BB5B66175E}"/>
              </a:ext>
            </a:extLst>
          </p:cNvPr>
          <p:cNvSpPr>
            <a:spLocks noGrp="1"/>
          </p:cNvSpPr>
          <p:nvPr>
            <p:ph type="pic" sz="quarter" idx="11"/>
          </p:nvPr>
        </p:nvSpPr>
        <p:spPr>
          <a:xfrm>
            <a:off x="6362700" y="4051301"/>
            <a:ext cx="2908300" cy="1930400"/>
          </a:xfrm>
          <a:custGeom>
            <a:avLst/>
            <a:gdLst>
              <a:gd name="connsiteX0" fmla="*/ 160378 w 2908300"/>
              <a:gd name="connsiteY0" fmla="*/ 0 h 1930400"/>
              <a:gd name="connsiteX1" fmla="*/ 2747922 w 2908300"/>
              <a:gd name="connsiteY1" fmla="*/ 0 h 1930400"/>
              <a:gd name="connsiteX2" fmla="*/ 2908300 w 2908300"/>
              <a:gd name="connsiteY2" fmla="*/ 160378 h 1930400"/>
              <a:gd name="connsiteX3" fmla="*/ 2908300 w 2908300"/>
              <a:gd name="connsiteY3" fmla="*/ 1770022 h 1930400"/>
              <a:gd name="connsiteX4" fmla="*/ 2747922 w 2908300"/>
              <a:gd name="connsiteY4" fmla="*/ 1930400 h 1930400"/>
              <a:gd name="connsiteX5" fmla="*/ 160378 w 2908300"/>
              <a:gd name="connsiteY5" fmla="*/ 1930400 h 1930400"/>
              <a:gd name="connsiteX6" fmla="*/ 0 w 2908300"/>
              <a:gd name="connsiteY6" fmla="*/ 1770022 h 1930400"/>
              <a:gd name="connsiteX7" fmla="*/ 0 w 2908300"/>
              <a:gd name="connsiteY7" fmla="*/ 160378 h 1930400"/>
              <a:gd name="connsiteX8" fmla="*/ 160378 w 2908300"/>
              <a:gd name="connsiteY8" fmla="*/ 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8300" h="1930400">
                <a:moveTo>
                  <a:pt x="160378" y="0"/>
                </a:moveTo>
                <a:lnTo>
                  <a:pt x="2747922" y="0"/>
                </a:lnTo>
                <a:cubicBezTo>
                  <a:pt x="2836496" y="0"/>
                  <a:pt x="2908300" y="71804"/>
                  <a:pt x="2908300" y="160378"/>
                </a:cubicBezTo>
                <a:lnTo>
                  <a:pt x="2908300" y="1770022"/>
                </a:lnTo>
                <a:cubicBezTo>
                  <a:pt x="2908300" y="1858596"/>
                  <a:pt x="2836496" y="1930400"/>
                  <a:pt x="2747922" y="1930400"/>
                </a:cubicBezTo>
                <a:lnTo>
                  <a:pt x="160378" y="1930400"/>
                </a:lnTo>
                <a:cubicBezTo>
                  <a:pt x="71804" y="1930400"/>
                  <a:pt x="0" y="1858596"/>
                  <a:pt x="0" y="1770022"/>
                </a:cubicBezTo>
                <a:lnTo>
                  <a:pt x="0" y="160378"/>
                </a:lnTo>
                <a:cubicBezTo>
                  <a:pt x="0" y="71804"/>
                  <a:pt x="71804" y="0"/>
                  <a:pt x="160378"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7576691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870BD87-5B70-B9C7-F86A-B55A55F0BECE}"/>
              </a:ext>
            </a:extLst>
          </p:cNvPr>
          <p:cNvSpPr>
            <a:spLocks noGrp="1"/>
          </p:cNvSpPr>
          <p:nvPr>
            <p:ph type="pic" sz="quarter" idx="10"/>
          </p:nvPr>
        </p:nvSpPr>
        <p:spPr>
          <a:xfrm>
            <a:off x="0" y="1327714"/>
            <a:ext cx="7514963" cy="5530287"/>
          </a:xfrm>
          <a:custGeom>
            <a:avLst/>
            <a:gdLst>
              <a:gd name="connsiteX0" fmla="*/ 0 w 7514963"/>
              <a:gd name="connsiteY0" fmla="*/ 0 h 5530287"/>
              <a:gd name="connsiteX1" fmla="*/ 394701 w 7514963"/>
              <a:gd name="connsiteY1" fmla="*/ 68596 h 5530287"/>
              <a:gd name="connsiteX2" fmla="*/ 2782767 w 7514963"/>
              <a:gd name="connsiteY2" fmla="*/ 959423 h 5530287"/>
              <a:gd name="connsiteX3" fmla="*/ 4485934 w 7514963"/>
              <a:gd name="connsiteY3" fmla="*/ 3194532 h 5530287"/>
              <a:gd name="connsiteX4" fmla="*/ 7096718 w 7514963"/>
              <a:gd name="connsiteY4" fmla="*/ 4741429 h 5530287"/>
              <a:gd name="connsiteX5" fmla="*/ 7506420 w 7514963"/>
              <a:gd name="connsiteY5" fmla="*/ 5499012 h 5530287"/>
              <a:gd name="connsiteX6" fmla="*/ 7514963 w 7514963"/>
              <a:gd name="connsiteY6" fmla="*/ 5530287 h 5530287"/>
              <a:gd name="connsiteX7" fmla="*/ 0 w 7514963"/>
              <a:gd name="connsiteY7" fmla="*/ 5530287 h 553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14963" h="5530287">
                <a:moveTo>
                  <a:pt x="0" y="0"/>
                </a:moveTo>
                <a:lnTo>
                  <a:pt x="394701" y="68596"/>
                </a:lnTo>
                <a:cubicBezTo>
                  <a:pt x="1315805" y="233106"/>
                  <a:pt x="2198538" y="437345"/>
                  <a:pt x="2782767" y="959423"/>
                </a:cubicBezTo>
                <a:cubicBezTo>
                  <a:pt x="3450459" y="1556083"/>
                  <a:pt x="3726690" y="2569460"/>
                  <a:pt x="4485934" y="3194532"/>
                </a:cubicBezTo>
                <a:cubicBezTo>
                  <a:pt x="5243598" y="3821182"/>
                  <a:pt x="6484274" y="4057952"/>
                  <a:pt x="7096718" y="4741429"/>
                </a:cubicBezTo>
                <a:cubicBezTo>
                  <a:pt x="7288107" y="4955015"/>
                  <a:pt x="7418300" y="5212071"/>
                  <a:pt x="7506420" y="5499012"/>
                </a:cubicBezTo>
                <a:lnTo>
                  <a:pt x="7514963" y="5530287"/>
                </a:lnTo>
                <a:lnTo>
                  <a:pt x="0" y="5530287"/>
                </a:lnTo>
                <a:close/>
              </a:path>
            </a:pathLst>
          </a:custGeom>
        </p:spPr>
        <p:txBody>
          <a:bodyPr wrap="square">
            <a:noAutofit/>
          </a:bodyPr>
          <a:lstStyle/>
          <a:p>
            <a:endParaRPr lang="en-US"/>
          </a:p>
        </p:txBody>
      </p:sp>
    </p:spTree>
    <p:extLst>
      <p:ext uri="{BB962C8B-B14F-4D97-AF65-F5344CB8AC3E}">
        <p14:creationId xmlns:p14="http://schemas.microsoft.com/office/powerpoint/2010/main" val="2446233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EDDE6E4-8D9E-475F-E132-3DBA6221369C}"/>
              </a:ext>
            </a:extLst>
          </p:cNvPr>
          <p:cNvSpPr>
            <a:spLocks noGrp="1"/>
          </p:cNvSpPr>
          <p:nvPr>
            <p:ph type="pic" sz="quarter" idx="10"/>
          </p:nvPr>
        </p:nvSpPr>
        <p:spPr>
          <a:xfrm>
            <a:off x="791008" y="1400174"/>
            <a:ext cx="4595379" cy="4886324"/>
          </a:xfrm>
          <a:custGeom>
            <a:avLst/>
            <a:gdLst>
              <a:gd name="connsiteX0" fmla="*/ 381784 w 4595379"/>
              <a:gd name="connsiteY0" fmla="*/ 0 h 4886324"/>
              <a:gd name="connsiteX1" fmla="*/ 4213595 w 4595379"/>
              <a:gd name="connsiteY1" fmla="*/ 0 h 4886324"/>
              <a:gd name="connsiteX2" fmla="*/ 4595379 w 4595379"/>
              <a:gd name="connsiteY2" fmla="*/ 381784 h 4886324"/>
              <a:gd name="connsiteX3" fmla="*/ 4595379 w 4595379"/>
              <a:gd name="connsiteY3" fmla="*/ 4504540 h 4886324"/>
              <a:gd name="connsiteX4" fmla="*/ 4213595 w 4595379"/>
              <a:gd name="connsiteY4" fmla="*/ 4886324 h 4886324"/>
              <a:gd name="connsiteX5" fmla="*/ 381784 w 4595379"/>
              <a:gd name="connsiteY5" fmla="*/ 4886324 h 4886324"/>
              <a:gd name="connsiteX6" fmla="*/ 0 w 4595379"/>
              <a:gd name="connsiteY6" fmla="*/ 4504540 h 4886324"/>
              <a:gd name="connsiteX7" fmla="*/ 0 w 4595379"/>
              <a:gd name="connsiteY7" fmla="*/ 381784 h 4886324"/>
              <a:gd name="connsiteX8" fmla="*/ 381784 w 4595379"/>
              <a:gd name="connsiteY8" fmla="*/ 0 h 4886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5379" h="4886324">
                <a:moveTo>
                  <a:pt x="381784" y="0"/>
                </a:moveTo>
                <a:lnTo>
                  <a:pt x="4213595" y="0"/>
                </a:lnTo>
                <a:cubicBezTo>
                  <a:pt x="4424448" y="0"/>
                  <a:pt x="4595379" y="170931"/>
                  <a:pt x="4595379" y="381784"/>
                </a:cubicBezTo>
                <a:lnTo>
                  <a:pt x="4595379" y="4504540"/>
                </a:lnTo>
                <a:cubicBezTo>
                  <a:pt x="4595379" y="4715393"/>
                  <a:pt x="4424448" y="4886324"/>
                  <a:pt x="4213595" y="4886324"/>
                </a:cubicBezTo>
                <a:lnTo>
                  <a:pt x="381784" y="4886324"/>
                </a:lnTo>
                <a:cubicBezTo>
                  <a:pt x="170931" y="4886324"/>
                  <a:pt x="0" y="4715393"/>
                  <a:pt x="0" y="4504540"/>
                </a:cubicBezTo>
                <a:lnTo>
                  <a:pt x="0" y="381784"/>
                </a:lnTo>
                <a:cubicBezTo>
                  <a:pt x="0" y="170931"/>
                  <a:pt x="170931" y="0"/>
                  <a:pt x="381784"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9263335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FD06580-0CFE-8ED0-09F8-EDDA3151FAAD}"/>
              </a:ext>
            </a:extLst>
          </p:cNvPr>
          <p:cNvSpPr>
            <a:spLocks noGrp="1"/>
          </p:cNvSpPr>
          <p:nvPr>
            <p:ph type="pic" sz="quarter" idx="10"/>
          </p:nvPr>
        </p:nvSpPr>
        <p:spPr>
          <a:xfrm>
            <a:off x="8288858" y="1883446"/>
            <a:ext cx="3029608" cy="2467898"/>
          </a:xfrm>
          <a:custGeom>
            <a:avLst/>
            <a:gdLst>
              <a:gd name="connsiteX0" fmla="*/ 205033 w 3029608"/>
              <a:gd name="connsiteY0" fmla="*/ 0 h 2467898"/>
              <a:gd name="connsiteX1" fmla="*/ 2824575 w 3029608"/>
              <a:gd name="connsiteY1" fmla="*/ 0 h 2467898"/>
              <a:gd name="connsiteX2" fmla="*/ 3029608 w 3029608"/>
              <a:gd name="connsiteY2" fmla="*/ 205033 h 2467898"/>
              <a:gd name="connsiteX3" fmla="*/ 3029608 w 3029608"/>
              <a:gd name="connsiteY3" fmla="*/ 2262865 h 2467898"/>
              <a:gd name="connsiteX4" fmla="*/ 2824575 w 3029608"/>
              <a:gd name="connsiteY4" fmla="*/ 2467898 h 2467898"/>
              <a:gd name="connsiteX5" fmla="*/ 205033 w 3029608"/>
              <a:gd name="connsiteY5" fmla="*/ 2467898 h 2467898"/>
              <a:gd name="connsiteX6" fmla="*/ 0 w 3029608"/>
              <a:gd name="connsiteY6" fmla="*/ 2262865 h 2467898"/>
              <a:gd name="connsiteX7" fmla="*/ 0 w 3029608"/>
              <a:gd name="connsiteY7" fmla="*/ 205033 h 2467898"/>
              <a:gd name="connsiteX8" fmla="*/ 205033 w 3029608"/>
              <a:gd name="connsiteY8" fmla="*/ 0 h 2467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9608" h="2467898">
                <a:moveTo>
                  <a:pt x="205033" y="0"/>
                </a:moveTo>
                <a:lnTo>
                  <a:pt x="2824575" y="0"/>
                </a:lnTo>
                <a:cubicBezTo>
                  <a:pt x="2937812" y="0"/>
                  <a:pt x="3029608" y="91796"/>
                  <a:pt x="3029608" y="205033"/>
                </a:cubicBezTo>
                <a:lnTo>
                  <a:pt x="3029608" y="2262865"/>
                </a:lnTo>
                <a:cubicBezTo>
                  <a:pt x="3029608" y="2376102"/>
                  <a:pt x="2937812" y="2467898"/>
                  <a:pt x="2824575" y="2467898"/>
                </a:cubicBezTo>
                <a:lnTo>
                  <a:pt x="205033" y="2467898"/>
                </a:lnTo>
                <a:cubicBezTo>
                  <a:pt x="91796" y="2467898"/>
                  <a:pt x="0" y="2376102"/>
                  <a:pt x="0" y="2262865"/>
                </a:cubicBezTo>
                <a:lnTo>
                  <a:pt x="0" y="205033"/>
                </a:lnTo>
                <a:cubicBezTo>
                  <a:pt x="0" y="91796"/>
                  <a:pt x="91796" y="0"/>
                  <a:pt x="205033" y="0"/>
                </a:cubicBezTo>
                <a:close/>
              </a:path>
            </a:pathLst>
          </a:custGeom>
        </p:spPr>
        <p:txBody>
          <a:bodyPr wrap="square">
            <a:noAutofit/>
          </a:bodyPr>
          <a:lstStyle/>
          <a:p>
            <a:endParaRPr lang="en-US"/>
          </a:p>
        </p:txBody>
      </p:sp>
      <p:sp>
        <p:nvSpPr>
          <p:cNvPr id="6" name="Picture Placeholder 5">
            <a:extLst>
              <a:ext uri="{FF2B5EF4-FFF2-40B4-BE49-F238E27FC236}">
                <a16:creationId xmlns:a16="http://schemas.microsoft.com/office/drawing/2014/main" id="{B151F5F2-FB9E-27CF-44A0-602BB24CB3C4}"/>
              </a:ext>
            </a:extLst>
          </p:cNvPr>
          <p:cNvSpPr>
            <a:spLocks noGrp="1"/>
          </p:cNvSpPr>
          <p:nvPr>
            <p:ph type="pic" sz="quarter" idx="11"/>
          </p:nvPr>
        </p:nvSpPr>
        <p:spPr>
          <a:xfrm>
            <a:off x="3447638" y="1371600"/>
            <a:ext cx="4186652" cy="5486400"/>
          </a:xfrm>
          <a:custGeom>
            <a:avLst/>
            <a:gdLst>
              <a:gd name="connsiteX0" fmla="*/ 0 w 6062222"/>
              <a:gd name="connsiteY0" fmla="*/ 0 h 9102436"/>
              <a:gd name="connsiteX1" fmla="*/ 6062222 w 6062222"/>
              <a:gd name="connsiteY1" fmla="*/ 0 h 9102436"/>
              <a:gd name="connsiteX2" fmla="*/ 6062222 w 6062222"/>
              <a:gd name="connsiteY2" fmla="*/ 9102436 h 9102436"/>
              <a:gd name="connsiteX3" fmla="*/ 0 w 6062222"/>
              <a:gd name="connsiteY3" fmla="*/ 9102436 h 9102436"/>
            </a:gdLst>
            <a:ahLst/>
            <a:cxnLst>
              <a:cxn ang="0">
                <a:pos x="connsiteX0" y="connsiteY0"/>
              </a:cxn>
              <a:cxn ang="0">
                <a:pos x="connsiteX1" y="connsiteY1"/>
              </a:cxn>
              <a:cxn ang="0">
                <a:pos x="connsiteX2" y="connsiteY2"/>
              </a:cxn>
              <a:cxn ang="0">
                <a:pos x="connsiteX3" y="connsiteY3"/>
              </a:cxn>
            </a:cxnLst>
            <a:rect l="l" t="t" r="r" b="b"/>
            <a:pathLst>
              <a:path w="6062222" h="9102436">
                <a:moveTo>
                  <a:pt x="0" y="0"/>
                </a:moveTo>
                <a:lnTo>
                  <a:pt x="6062222" y="0"/>
                </a:lnTo>
                <a:lnTo>
                  <a:pt x="6062222" y="9102436"/>
                </a:lnTo>
                <a:lnTo>
                  <a:pt x="0" y="9102436"/>
                </a:lnTo>
                <a:close/>
              </a:path>
            </a:pathLst>
          </a:custGeom>
        </p:spPr>
        <p:txBody>
          <a:bodyPr wrap="square">
            <a:noAutofit/>
          </a:bodyPr>
          <a:lstStyle/>
          <a:p>
            <a:endParaRPr lang="en-US"/>
          </a:p>
        </p:txBody>
      </p:sp>
    </p:spTree>
    <p:extLst>
      <p:ext uri="{BB962C8B-B14F-4D97-AF65-F5344CB8AC3E}">
        <p14:creationId xmlns:p14="http://schemas.microsoft.com/office/powerpoint/2010/main" val="847167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CEF17CEA-7FFB-E1C6-BE25-2E61F4C7A435}"/>
              </a:ext>
            </a:extLst>
          </p:cNvPr>
          <p:cNvSpPr/>
          <p:nvPr userDrawn="1"/>
        </p:nvSpPr>
        <p:spPr>
          <a:xfrm>
            <a:off x="0" y="0"/>
            <a:ext cx="12192000" cy="6139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7" name="圖片 16">
            <a:extLst>
              <a:ext uri="{FF2B5EF4-FFF2-40B4-BE49-F238E27FC236}">
                <a16:creationId xmlns:a16="http://schemas.microsoft.com/office/drawing/2014/main" id="{234C163B-6ECB-6843-F9A6-04C75357CC1D}"/>
              </a:ext>
            </a:extLst>
          </p:cNvPr>
          <p:cNvPicPr>
            <a:picLocks noChangeAspect="1"/>
          </p:cNvPicPr>
          <p:nvPr userDrawn="1"/>
        </p:nvPicPr>
        <p:blipFill>
          <a:blip r:embed="rId22"/>
          <a:stretch>
            <a:fillRect/>
          </a:stretch>
        </p:blipFill>
        <p:spPr>
          <a:xfrm>
            <a:off x="206717" y="45720"/>
            <a:ext cx="2257314" cy="1325879"/>
          </a:xfrm>
          <a:prstGeom prst="rect">
            <a:avLst/>
          </a:prstGeom>
        </p:spPr>
      </p:pic>
      <p:sp>
        <p:nvSpPr>
          <p:cNvPr id="18" name="Rectangle: Rounded Corners 4">
            <a:extLst>
              <a:ext uri="{FF2B5EF4-FFF2-40B4-BE49-F238E27FC236}">
                <a16:creationId xmlns:a16="http://schemas.microsoft.com/office/drawing/2014/main" id="{BABE4CE4-DEA7-AE1A-8825-A6E6A8621D1F}"/>
              </a:ext>
            </a:extLst>
          </p:cNvPr>
          <p:cNvSpPr/>
          <p:nvPr userDrawn="1"/>
        </p:nvSpPr>
        <p:spPr>
          <a:xfrm>
            <a:off x="6466901" y="130286"/>
            <a:ext cx="1139387" cy="383194"/>
          </a:xfrm>
          <a:prstGeom prst="roundRect">
            <a:avLst>
              <a:gd name="adj" fmla="val 50000"/>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9" name="TextBox 2">
            <a:extLst>
              <a:ext uri="{FF2B5EF4-FFF2-40B4-BE49-F238E27FC236}">
                <a16:creationId xmlns:a16="http://schemas.microsoft.com/office/drawing/2014/main" id="{92EE76C5-11DA-322B-778E-6D9C1EB6B9B7}"/>
              </a:ext>
            </a:extLst>
          </p:cNvPr>
          <p:cNvSpPr txBox="1"/>
          <p:nvPr userDrawn="1"/>
        </p:nvSpPr>
        <p:spPr>
          <a:xfrm>
            <a:off x="6445445" y="152606"/>
            <a:ext cx="1160843" cy="338554"/>
          </a:xfrm>
          <a:prstGeom prst="rect">
            <a:avLst/>
          </a:prstGeom>
          <a:noFill/>
        </p:spPr>
        <p:txBody>
          <a:bodyPr wrap="square" rtlCol="0">
            <a:spAutoFit/>
          </a:bodyPr>
          <a:lstStyle/>
          <a:p>
            <a:pPr algn="ctr"/>
            <a:r>
              <a:rPr lang="en-US" sz="1600" b="1" dirty="0" err="1">
                <a:solidFill>
                  <a:schemeClr val="accent1"/>
                </a:solidFill>
                <a:latin typeface="Microsoft JhengHei UI" panose="020B0604030504040204" pitchFamily="34" charset="-120"/>
                <a:ea typeface="Microsoft JhengHei UI" panose="020B0604030504040204" pitchFamily="34" charset="-120"/>
              </a:rPr>
              <a:t>創作理念</a:t>
            </a:r>
            <a:endParaRPr lang="en-US" sz="1600" b="1" dirty="0">
              <a:solidFill>
                <a:schemeClr val="accent1"/>
              </a:solidFill>
              <a:latin typeface="Microsoft JhengHei UI" panose="020B0604030504040204" pitchFamily="34" charset="-120"/>
              <a:ea typeface="Microsoft JhengHei UI" panose="020B0604030504040204" pitchFamily="34" charset="-120"/>
            </a:endParaRPr>
          </a:p>
        </p:txBody>
      </p:sp>
      <p:sp>
        <p:nvSpPr>
          <p:cNvPr id="20" name="TextBox 3">
            <a:extLst>
              <a:ext uri="{FF2B5EF4-FFF2-40B4-BE49-F238E27FC236}">
                <a16:creationId xmlns:a16="http://schemas.microsoft.com/office/drawing/2014/main" id="{47F16A81-CD9E-BF2D-08E6-7605B3336980}"/>
              </a:ext>
            </a:extLst>
          </p:cNvPr>
          <p:cNvSpPr txBox="1"/>
          <p:nvPr userDrawn="1"/>
        </p:nvSpPr>
        <p:spPr>
          <a:xfrm>
            <a:off x="7836208" y="152606"/>
            <a:ext cx="1200523" cy="338554"/>
          </a:xfrm>
          <a:prstGeom prst="rect">
            <a:avLst/>
          </a:prstGeom>
          <a:noFill/>
        </p:spPr>
        <p:txBody>
          <a:bodyPr wrap="square" rtlCol="0">
            <a:spAutoFit/>
          </a:bodyPr>
          <a:lstStyle/>
          <a:p>
            <a:pPr algn="ctr"/>
            <a:r>
              <a:rPr lang="en-US" sz="1600" b="1" dirty="0" err="1">
                <a:solidFill>
                  <a:schemeClr val="bg1"/>
                </a:solidFill>
                <a:latin typeface="Microsoft JhengHei UI" panose="020B0604030504040204" pitchFamily="34" charset="-120"/>
                <a:ea typeface="Microsoft JhengHei UI" panose="020B0604030504040204" pitchFamily="34" charset="-120"/>
              </a:rPr>
              <a:t>核心玩法</a:t>
            </a:r>
            <a:endParaRPr lang="en-US" sz="1600" b="1" dirty="0">
              <a:solidFill>
                <a:schemeClr val="bg1"/>
              </a:solidFill>
              <a:latin typeface="Microsoft JhengHei UI" panose="020B0604030504040204" pitchFamily="34" charset="-120"/>
              <a:ea typeface="Microsoft JhengHei UI" panose="020B0604030504040204" pitchFamily="34" charset="-120"/>
            </a:endParaRPr>
          </a:p>
        </p:txBody>
      </p:sp>
      <p:sp>
        <p:nvSpPr>
          <p:cNvPr id="21" name="TextBox 4">
            <a:extLst>
              <a:ext uri="{FF2B5EF4-FFF2-40B4-BE49-F238E27FC236}">
                <a16:creationId xmlns:a16="http://schemas.microsoft.com/office/drawing/2014/main" id="{22465690-1FF4-C1E0-5780-DF07EC42C3E3}"/>
              </a:ext>
            </a:extLst>
          </p:cNvPr>
          <p:cNvSpPr txBox="1"/>
          <p:nvPr userDrawn="1"/>
        </p:nvSpPr>
        <p:spPr>
          <a:xfrm>
            <a:off x="10735425" y="152606"/>
            <a:ext cx="1336085" cy="338554"/>
          </a:xfrm>
          <a:prstGeom prst="rect">
            <a:avLst/>
          </a:prstGeom>
          <a:noFill/>
        </p:spPr>
        <p:txBody>
          <a:bodyPr wrap="square" rtlCol="0">
            <a:spAutoFit/>
          </a:bodyPr>
          <a:lstStyle/>
          <a:p>
            <a:pPr algn="ctr"/>
            <a:r>
              <a:rPr lang="en-US" sz="1600" b="1" dirty="0" err="1">
                <a:solidFill>
                  <a:schemeClr val="bg1"/>
                </a:solidFill>
                <a:latin typeface="Microsoft JhengHei UI" panose="020B0604030504040204" pitchFamily="34" charset="-120"/>
                <a:ea typeface="Microsoft JhengHei UI" panose="020B0604030504040204" pitchFamily="34" charset="-120"/>
              </a:rPr>
              <a:t>延伸擴展性</a:t>
            </a:r>
            <a:endParaRPr lang="en-US" sz="1600" b="1" dirty="0">
              <a:solidFill>
                <a:schemeClr val="bg1"/>
              </a:solidFill>
              <a:latin typeface="Microsoft JhengHei UI" panose="020B0604030504040204" pitchFamily="34" charset="-120"/>
              <a:ea typeface="Microsoft JhengHei UI" panose="020B0604030504040204" pitchFamily="34" charset="-120"/>
            </a:endParaRPr>
          </a:p>
        </p:txBody>
      </p:sp>
      <p:sp>
        <p:nvSpPr>
          <p:cNvPr id="22" name="TextBox 5">
            <a:extLst>
              <a:ext uri="{FF2B5EF4-FFF2-40B4-BE49-F238E27FC236}">
                <a16:creationId xmlns:a16="http://schemas.microsoft.com/office/drawing/2014/main" id="{297B8155-1EBC-4148-4D8F-DE5BBF3C0F9C}"/>
              </a:ext>
            </a:extLst>
          </p:cNvPr>
          <p:cNvSpPr txBox="1"/>
          <p:nvPr userDrawn="1"/>
        </p:nvSpPr>
        <p:spPr>
          <a:xfrm>
            <a:off x="9058187" y="152606"/>
            <a:ext cx="1556749" cy="338554"/>
          </a:xfrm>
          <a:prstGeom prst="rect">
            <a:avLst/>
          </a:prstGeom>
          <a:noFill/>
        </p:spPr>
        <p:txBody>
          <a:bodyPr wrap="square" rtlCol="0">
            <a:spAutoFit/>
          </a:bodyPr>
          <a:lstStyle/>
          <a:p>
            <a:pPr algn="ctr"/>
            <a:r>
              <a:rPr lang="en-US" sz="1600" b="1" dirty="0">
                <a:solidFill>
                  <a:schemeClr val="bg1"/>
                </a:solidFill>
                <a:latin typeface="Microsoft JhengHei UI" panose="020B0604030504040204" pitchFamily="34" charset="-120"/>
                <a:ea typeface="Microsoft JhengHei UI" panose="020B0604030504040204" pitchFamily="34" charset="-120"/>
              </a:rPr>
              <a:t>AI</a:t>
            </a:r>
            <a:r>
              <a:rPr lang="zh-TW" altLang="en-US" sz="1600" b="1" dirty="0">
                <a:solidFill>
                  <a:schemeClr val="bg1"/>
                </a:solidFill>
                <a:latin typeface="Microsoft JhengHei UI" panose="020B0604030504040204" pitchFamily="34" charset="-120"/>
                <a:ea typeface="Microsoft JhengHei UI" panose="020B0604030504040204" pitchFamily="34" charset="-120"/>
              </a:rPr>
              <a:t> </a:t>
            </a:r>
            <a:r>
              <a:rPr lang="en-US" sz="1600" b="1" dirty="0" err="1">
                <a:solidFill>
                  <a:schemeClr val="bg1"/>
                </a:solidFill>
                <a:latin typeface="Microsoft JhengHei UI" panose="020B0604030504040204" pitchFamily="34" charset="-120"/>
                <a:ea typeface="Microsoft JhengHei UI" panose="020B0604030504040204" pitchFamily="34" charset="-120"/>
              </a:rPr>
              <a:t>工具＆流程</a:t>
            </a:r>
            <a:endParaRPr lang="en-US" sz="1600" b="1" dirty="0">
              <a:solidFill>
                <a:schemeClr val="bg1"/>
              </a:solidFill>
              <a:latin typeface="Microsoft JhengHei UI" panose="020B0604030504040204" pitchFamily="34" charset="-120"/>
              <a:ea typeface="Microsoft JhengHei UI" panose="020B0604030504040204" pitchFamily="34" charset="-120"/>
            </a:endParaRPr>
          </a:p>
        </p:txBody>
      </p:sp>
      <p:sp>
        <p:nvSpPr>
          <p:cNvPr id="23" name="矩形 22">
            <a:extLst>
              <a:ext uri="{FF2B5EF4-FFF2-40B4-BE49-F238E27FC236}">
                <a16:creationId xmlns:a16="http://schemas.microsoft.com/office/drawing/2014/main" id="{CB585EAC-9755-D3BB-7834-34F221A12DE1}"/>
              </a:ext>
            </a:extLst>
          </p:cNvPr>
          <p:cNvSpPr/>
          <p:nvPr userDrawn="1"/>
        </p:nvSpPr>
        <p:spPr>
          <a:xfrm>
            <a:off x="0" y="6474806"/>
            <a:ext cx="12192000" cy="383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29235801"/>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67" r:id="rId4"/>
    <p:sldLayoutId id="2147483666" r:id="rId5"/>
    <p:sldLayoutId id="2147483665" r:id="rId6"/>
    <p:sldLayoutId id="2147483664" r:id="rId7"/>
    <p:sldLayoutId id="2147483663" r:id="rId8"/>
    <p:sldLayoutId id="2147483662" r:id="rId9"/>
    <p:sldLayoutId id="2147483661" r:id="rId10"/>
    <p:sldLayoutId id="2147483660" r:id="rId11"/>
    <p:sldLayoutId id="2147483659" r:id="rId12"/>
    <p:sldLayoutId id="2147483658" r:id="rId13"/>
    <p:sldLayoutId id="2147483656" r:id="rId14"/>
    <p:sldLayoutId id="2147483655" r:id="rId15"/>
    <p:sldLayoutId id="2147483654" r:id="rId16"/>
    <p:sldLayoutId id="2147483653" r:id="rId17"/>
    <p:sldLayoutId id="2147483652" r:id="rId18"/>
    <p:sldLayoutId id="2147483651" r:id="rId19"/>
    <p:sldLayoutId id="2147483650"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15.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1.xml"/><Relationship Id="rId5" Type="http://schemas.openxmlformats.org/officeDocument/2006/relationships/image" Target="../media/image15.svg"/><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251DF-B14C-9804-E12A-260CC8F2268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B40308A-5E2B-A769-CDDD-057DE043BAD3}"/>
              </a:ext>
            </a:extLst>
          </p:cNvPr>
          <p:cNvSpPr txBox="1"/>
          <p:nvPr/>
        </p:nvSpPr>
        <p:spPr>
          <a:xfrm>
            <a:off x="915386" y="3668850"/>
            <a:ext cx="8619067" cy="2400657"/>
          </a:xfrm>
          <a:prstGeom prst="rect">
            <a:avLst/>
          </a:prstGeom>
          <a:noFill/>
        </p:spPr>
        <p:txBody>
          <a:bodyPr wrap="square" rtlCol="0">
            <a:spAutoFit/>
          </a:bodyPr>
          <a:lstStyle/>
          <a:p>
            <a:r>
              <a:rPr lang="en-US" sz="15000" b="1">
                <a:solidFill>
                  <a:schemeClr val="tx1">
                    <a:lumMod val="85000"/>
                    <a:lumOff val="15000"/>
                  </a:schemeClr>
                </a:solidFill>
                <a:latin typeface="Poppins SemiBold" pitchFamily="2" charset="77"/>
                <a:cs typeface="Poppins SemiBold" pitchFamily="2" charset="77"/>
              </a:rPr>
              <a:t>FASHION</a:t>
            </a:r>
          </a:p>
        </p:txBody>
      </p:sp>
      <p:sp>
        <p:nvSpPr>
          <p:cNvPr id="7" name="TextBox 6">
            <a:extLst>
              <a:ext uri="{FF2B5EF4-FFF2-40B4-BE49-F238E27FC236}">
                <a16:creationId xmlns:a16="http://schemas.microsoft.com/office/drawing/2014/main" id="{EAF0C88C-C979-5384-9D75-86A293AFC6EF}"/>
              </a:ext>
            </a:extLst>
          </p:cNvPr>
          <p:cNvSpPr txBox="1"/>
          <p:nvPr/>
        </p:nvSpPr>
        <p:spPr>
          <a:xfrm>
            <a:off x="3330435" y="1599375"/>
            <a:ext cx="7685838" cy="2400657"/>
          </a:xfrm>
          <a:prstGeom prst="rect">
            <a:avLst/>
          </a:prstGeom>
          <a:noFill/>
        </p:spPr>
        <p:txBody>
          <a:bodyPr wrap="square" rtlCol="0">
            <a:spAutoFit/>
          </a:bodyPr>
          <a:lstStyle/>
          <a:p>
            <a:pPr algn="r"/>
            <a:r>
              <a:rPr lang="en-US" sz="15000" b="1">
                <a:solidFill>
                  <a:schemeClr val="accent1"/>
                </a:solidFill>
                <a:latin typeface="Poppins SemiBold" pitchFamily="2" charset="77"/>
                <a:cs typeface="Poppins SemiBold" pitchFamily="2" charset="77"/>
              </a:rPr>
              <a:t>PINKYU</a:t>
            </a:r>
          </a:p>
        </p:txBody>
      </p:sp>
      <p:sp>
        <p:nvSpPr>
          <p:cNvPr id="6" name="TextBox 5">
            <a:extLst>
              <a:ext uri="{FF2B5EF4-FFF2-40B4-BE49-F238E27FC236}">
                <a16:creationId xmlns:a16="http://schemas.microsoft.com/office/drawing/2014/main" id="{D013494C-394F-F1D8-5EB3-14AAA190BA18}"/>
              </a:ext>
            </a:extLst>
          </p:cNvPr>
          <p:cNvSpPr txBox="1"/>
          <p:nvPr/>
        </p:nvSpPr>
        <p:spPr>
          <a:xfrm>
            <a:off x="1027754" y="2003611"/>
            <a:ext cx="2302681" cy="892552"/>
          </a:xfrm>
          <a:prstGeom prst="rect">
            <a:avLst/>
          </a:prstGeom>
          <a:noFill/>
        </p:spPr>
        <p:txBody>
          <a:bodyPr wrap="square">
            <a:spAutoFit/>
          </a:bodyPr>
          <a:lstStyle/>
          <a:p>
            <a:pPr algn="just">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consectetur adipiscing elit, sed do eiusmod tempor incididuntu</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B2B0C27A-2FA5-8579-4E89-2323FE4CCBFD}"/>
              </a:ext>
            </a:extLst>
          </p:cNvPr>
          <p:cNvGrpSpPr/>
          <p:nvPr/>
        </p:nvGrpSpPr>
        <p:grpSpPr>
          <a:xfrm>
            <a:off x="1086746" y="3131021"/>
            <a:ext cx="1260868" cy="320282"/>
            <a:chOff x="764132" y="5818742"/>
            <a:chExt cx="1260868" cy="320282"/>
          </a:xfrm>
        </p:grpSpPr>
        <p:sp>
          <p:nvSpPr>
            <p:cNvPr id="20" name="Rectangle: Rounded Corners 4">
              <a:extLst>
                <a:ext uri="{FF2B5EF4-FFF2-40B4-BE49-F238E27FC236}">
                  <a16:creationId xmlns:a16="http://schemas.microsoft.com/office/drawing/2014/main" id="{0BA064F6-BE3A-A2E5-C111-D8E47789330C}"/>
                </a:ext>
              </a:extLst>
            </p:cNvPr>
            <p:cNvSpPr/>
            <p:nvPr/>
          </p:nvSpPr>
          <p:spPr>
            <a:xfrm>
              <a:off x="764132" y="5818742"/>
              <a:ext cx="1260868" cy="320282"/>
            </a:xfrm>
            <a:prstGeom prst="roundRect">
              <a:avLst>
                <a:gd name="adj" fmla="val 5000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9055E89-B714-0EF7-0BB1-64F0B5B459A5}"/>
                </a:ext>
              </a:extLst>
            </p:cNvPr>
            <p:cNvSpPr txBox="1"/>
            <p:nvPr/>
          </p:nvSpPr>
          <p:spPr>
            <a:xfrm>
              <a:off x="870854" y="5855773"/>
              <a:ext cx="1047424" cy="246221"/>
            </a:xfrm>
            <a:prstGeom prst="rect">
              <a:avLst/>
            </a:prstGeom>
            <a:solidFill>
              <a:schemeClr val="accent1"/>
            </a:solidFill>
            <a:ln>
              <a:noFill/>
            </a:ln>
          </p:spPr>
          <p:txBody>
            <a:bodyPr wrap="square" anchor="ctr">
              <a:spAutoFit/>
            </a:bodyPr>
            <a:lstStyle/>
            <a:p>
              <a:pPr algn="ctr"/>
              <a:r>
                <a:rPr lang="en-ID" sz="1000" dirty="0">
                  <a:solidFill>
                    <a:schemeClr val="bg1"/>
                  </a:solidFill>
                  <a:latin typeface="Poppins Medium" pitchFamily="2" charset="77"/>
                  <a:cs typeface="Poppins Medium" pitchFamily="2" charset="77"/>
                </a:rPr>
                <a:t>Start Now</a:t>
              </a:r>
              <a:endParaRPr lang="en-US" sz="1000" dirty="0">
                <a:solidFill>
                  <a:schemeClr val="bg1"/>
                </a:solidFill>
                <a:latin typeface="Poppins Medium" pitchFamily="2" charset="77"/>
                <a:cs typeface="Poppins Medium" pitchFamily="2" charset="77"/>
              </a:endParaRPr>
            </a:p>
          </p:txBody>
        </p:sp>
      </p:grpSp>
      <p:sp>
        <p:nvSpPr>
          <p:cNvPr id="26" name="Oval 25">
            <a:extLst>
              <a:ext uri="{FF2B5EF4-FFF2-40B4-BE49-F238E27FC236}">
                <a16:creationId xmlns:a16="http://schemas.microsoft.com/office/drawing/2014/main" id="{B8DCCFE0-E9BA-BBA2-DA76-B893209BC7F8}"/>
              </a:ext>
            </a:extLst>
          </p:cNvPr>
          <p:cNvSpPr/>
          <p:nvPr/>
        </p:nvSpPr>
        <p:spPr>
          <a:xfrm>
            <a:off x="2413531" y="3131021"/>
            <a:ext cx="320282" cy="32028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hevron 1">
            <a:extLst>
              <a:ext uri="{FF2B5EF4-FFF2-40B4-BE49-F238E27FC236}">
                <a16:creationId xmlns:a16="http://schemas.microsoft.com/office/drawing/2014/main" id="{AFAF3DA7-089D-5FFB-EEB1-B6394CA6CD44}"/>
              </a:ext>
            </a:extLst>
          </p:cNvPr>
          <p:cNvSpPr/>
          <p:nvPr/>
        </p:nvSpPr>
        <p:spPr>
          <a:xfrm>
            <a:off x="2526047" y="3232130"/>
            <a:ext cx="119715" cy="119715"/>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Box 23">
            <a:extLst>
              <a:ext uri="{FF2B5EF4-FFF2-40B4-BE49-F238E27FC236}">
                <a16:creationId xmlns:a16="http://schemas.microsoft.com/office/drawing/2014/main" id="{30AFB780-0C91-1C26-19DF-82A3DD01C4FE}"/>
              </a:ext>
            </a:extLst>
          </p:cNvPr>
          <p:cNvSpPr txBox="1"/>
          <p:nvPr/>
        </p:nvSpPr>
        <p:spPr>
          <a:xfrm>
            <a:off x="9649668" y="4000032"/>
            <a:ext cx="1626946" cy="892552"/>
          </a:xfrm>
          <a:prstGeom prst="rect">
            <a:avLst/>
          </a:prstGeom>
          <a:noFill/>
        </p:spPr>
        <p:txBody>
          <a:bodyPr wrap="square">
            <a:spAutoFit/>
          </a:bodyPr>
          <a:lstStyle/>
          <a:p>
            <a:pPr algn="just">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ut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27" name="Group 26">
            <a:extLst>
              <a:ext uri="{FF2B5EF4-FFF2-40B4-BE49-F238E27FC236}">
                <a16:creationId xmlns:a16="http://schemas.microsoft.com/office/drawing/2014/main" id="{7574A4EF-7B51-D468-CC33-687051E498AC}"/>
              </a:ext>
            </a:extLst>
          </p:cNvPr>
          <p:cNvGrpSpPr/>
          <p:nvPr/>
        </p:nvGrpSpPr>
        <p:grpSpPr>
          <a:xfrm>
            <a:off x="9738662" y="5093325"/>
            <a:ext cx="1260868" cy="320282"/>
            <a:chOff x="764132" y="5818742"/>
            <a:chExt cx="1260868" cy="320282"/>
          </a:xfrm>
        </p:grpSpPr>
        <p:sp>
          <p:nvSpPr>
            <p:cNvPr id="28" name="Rectangle: Rounded Corners 4">
              <a:extLst>
                <a:ext uri="{FF2B5EF4-FFF2-40B4-BE49-F238E27FC236}">
                  <a16:creationId xmlns:a16="http://schemas.microsoft.com/office/drawing/2014/main" id="{CBAD38A8-E1F1-CA02-D796-F8612ED6801E}"/>
                </a:ext>
              </a:extLst>
            </p:cNvPr>
            <p:cNvSpPr/>
            <p:nvPr/>
          </p:nvSpPr>
          <p:spPr>
            <a:xfrm>
              <a:off x="764132" y="5818742"/>
              <a:ext cx="1260868" cy="320282"/>
            </a:xfrm>
            <a:prstGeom prst="roundRect">
              <a:avLst>
                <a:gd name="adj" fmla="val 50000"/>
              </a:avLst>
            </a:prstGeom>
            <a:no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C7DDF54-BF36-D630-C069-A3BBB7808DCC}"/>
                </a:ext>
              </a:extLst>
            </p:cNvPr>
            <p:cNvSpPr txBox="1"/>
            <p:nvPr/>
          </p:nvSpPr>
          <p:spPr>
            <a:xfrm>
              <a:off x="870854" y="5855773"/>
              <a:ext cx="1047424" cy="246221"/>
            </a:xfrm>
            <a:prstGeom prst="rect">
              <a:avLst/>
            </a:prstGeom>
            <a:noFill/>
            <a:ln>
              <a:noFill/>
            </a:ln>
          </p:spPr>
          <p:txBody>
            <a:bodyPr wrap="square" anchor="ctr">
              <a:spAutoFit/>
            </a:bodyPr>
            <a:lstStyle/>
            <a:p>
              <a:pPr algn="ctr"/>
              <a:r>
                <a:rPr lang="en-ID" sz="1000" dirty="0">
                  <a:solidFill>
                    <a:schemeClr val="tx1">
                      <a:lumMod val="75000"/>
                      <a:lumOff val="25000"/>
                    </a:schemeClr>
                  </a:solidFill>
                  <a:latin typeface="Poppins Medium" pitchFamily="2" charset="77"/>
                  <a:cs typeface="Poppins Medium" pitchFamily="2" charset="77"/>
                </a:rPr>
                <a:t>Fashion</a:t>
              </a:r>
              <a:endParaRPr lang="en-US" sz="1000" dirty="0">
                <a:solidFill>
                  <a:schemeClr val="tx1">
                    <a:lumMod val="75000"/>
                    <a:lumOff val="25000"/>
                  </a:schemeClr>
                </a:solidFill>
                <a:latin typeface="Poppins Medium" pitchFamily="2" charset="77"/>
                <a:cs typeface="Poppins Medium" pitchFamily="2" charset="77"/>
              </a:endParaRPr>
            </a:p>
          </p:txBody>
        </p:sp>
      </p:grpSp>
      <p:sp>
        <p:nvSpPr>
          <p:cNvPr id="11" name="Picture Placeholder 10">
            <a:extLst>
              <a:ext uri="{FF2B5EF4-FFF2-40B4-BE49-F238E27FC236}">
                <a16:creationId xmlns:a16="http://schemas.microsoft.com/office/drawing/2014/main" id="{5097326C-D011-D9A9-A9DB-110D1B404D3B}"/>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167612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F871EA95-C329-AD5B-10BF-B1950240F52A}"/>
              </a:ext>
            </a:extLst>
          </p:cNvPr>
          <p:cNvSpPr/>
          <p:nvPr/>
        </p:nvSpPr>
        <p:spPr>
          <a:xfrm>
            <a:off x="2975952" y="6134793"/>
            <a:ext cx="5353397" cy="156279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363769-AB1B-7960-BA8D-06F1DD897A03}"/>
              </a:ext>
            </a:extLst>
          </p:cNvPr>
          <p:cNvSpPr txBox="1"/>
          <p:nvPr/>
        </p:nvSpPr>
        <p:spPr>
          <a:xfrm>
            <a:off x="592166" y="2033102"/>
            <a:ext cx="3965546"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The</a:t>
            </a:r>
            <a:r>
              <a:rPr lang="en-ID" sz="3600" b="1">
                <a:solidFill>
                  <a:schemeClr val="tx1">
                    <a:lumMod val="85000"/>
                    <a:lumOff val="15000"/>
                  </a:schemeClr>
                </a:solidFill>
                <a:latin typeface="Poppins SemiBold" pitchFamily="2" charset="77"/>
                <a:cs typeface="Poppins SemiBold" pitchFamily="2" charset="77"/>
              </a:rPr>
              <a:t> Evolution of Pink in </a:t>
            </a:r>
            <a:r>
              <a:rPr lang="en-ID" sz="3600" b="1">
                <a:solidFill>
                  <a:schemeClr val="accent1"/>
                </a:solidFill>
                <a:latin typeface="Poppins SemiBold" pitchFamily="2" charset="77"/>
                <a:cs typeface="Poppins SemiBold" pitchFamily="2" charset="77"/>
              </a:rPr>
              <a:t>Fashion</a:t>
            </a:r>
            <a:endParaRPr lang="en-US" sz="3600" b="1">
              <a:solidFill>
                <a:schemeClr val="accent1"/>
              </a:solidFill>
              <a:latin typeface="Poppins SemiBold" pitchFamily="2" charset="77"/>
              <a:cs typeface="Poppins SemiBold" pitchFamily="2" charset="77"/>
            </a:endParaRPr>
          </a:p>
        </p:txBody>
      </p:sp>
      <p:sp>
        <p:nvSpPr>
          <p:cNvPr id="6" name="TextBox 5">
            <a:extLst>
              <a:ext uri="{FF2B5EF4-FFF2-40B4-BE49-F238E27FC236}">
                <a16:creationId xmlns:a16="http://schemas.microsoft.com/office/drawing/2014/main" id="{EF8A8D87-29DA-F44A-A758-AF2005903B5A}"/>
              </a:ext>
            </a:extLst>
          </p:cNvPr>
          <p:cNvSpPr txBox="1"/>
          <p:nvPr/>
        </p:nvSpPr>
        <p:spPr>
          <a:xfrm>
            <a:off x="592166" y="3247286"/>
            <a:ext cx="3674599" cy="1169551"/>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de quis nostrud exercitation ullamco laboris nisi ut si</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2" name="Rounded Rectangle 11">
            <a:extLst>
              <a:ext uri="{FF2B5EF4-FFF2-40B4-BE49-F238E27FC236}">
                <a16:creationId xmlns:a16="http://schemas.microsoft.com/office/drawing/2014/main" id="{29730F9B-EA61-6342-2906-47D0620FB882}"/>
              </a:ext>
            </a:extLst>
          </p:cNvPr>
          <p:cNvSpPr/>
          <p:nvPr/>
        </p:nvSpPr>
        <p:spPr>
          <a:xfrm>
            <a:off x="8063345" y="1623987"/>
            <a:ext cx="3480636" cy="4209653"/>
          </a:xfrm>
          <a:prstGeom prst="roundRect">
            <a:avLst>
              <a:gd name="adj" fmla="val 8308"/>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1495CFE-94B3-5353-D24B-9482CA25FB1C}"/>
              </a:ext>
            </a:extLst>
          </p:cNvPr>
          <p:cNvSpPr txBox="1"/>
          <p:nvPr/>
        </p:nvSpPr>
        <p:spPr>
          <a:xfrm>
            <a:off x="8299914" y="4559361"/>
            <a:ext cx="1830574" cy="369332"/>
          </a:xfrm>
          <a:prstGeom prst="rect">
            <a:avLst/>
          </a:prstGeom>
          <a:noFill/>
        </p:spPr>
        <p:txBody>
          <a:bodyPr wrap="square">
            <a:spAutoFit/>
          </a:bodyPr>
          <a:lstStyle/>
          <a:p>
            <a:r>
              <a:rPr lang="en-ID">
                <a:solidFill>
                  <a:schemeClr val="accent1"/>
                </a:solidFill>
                <a:latin typeface="Poppins Medium" pitchFamily="2" charset="77"/>
                <a:cs typeface="Poppins Medium" pitchFamily="2" charset="77"/>
              </a:rPr>
              <a:t>Fashion Pink</a:t>
            </a:r>
            <a:endParaRPr lang="en-US">
              <a:solidFill>
                <a:schemeClr val="accent1"/>
              </a:solidFill>
              <a:latin typeface="Poppins Medium" pitchFamily="2" charset="77"/>
              <a:cs typeface="Poppins Medium" pitchFamily="2" charset="77"/>
            </a:endParaRPr>
          </a:p>
        </p:txBody>
      </p:sp>
      <p:sp>
        <p:nvSpPr>
          <p:cNvPr id="18" name="TextBox 17">
            <a:extLst>
              <a:ext uri="{FF2B5EF4-FFF2-40B4-BE49-F238E27FC236}">
                <a16:creationId xmlns:a16="http://schemas.microsoft.com/office/drawing/2014/main" id="{C9759052-143A-E3EC-77A4-6C052C79173E}"/>
              </a:ext>
            </a:extLst>
          </p:cNvPr>
          <p:cNvSpPr txBox="1"/>
          <p:nvPr/>
        </p:nvSpPr>
        <p:spPr>
          <a:xfrm>
            <a:off x="8299914" y="4945183"/>
            <a:ext cx="3018962"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19" name="Group 18">
            <a:extLst>
              <a:ext uri="{FF2B5EF4-FFF2-40B4-BE49-F238E27FC236}">
                <a16:creationId xmlns:a16="http://schemas.microsoft.com/office/drawing/2014/main" id="{3E1AE292-B532-DCB9-CDC6-B65AC829D9D9}"/>
              </a:ext>
            </a:extLst>
          </p:cNvPr>
          <p:cNvGrpSpPr/>
          <p:nvPr/>
        </p:nvGrpSpPr>
        <p:grpSpPr>
          <a:xfrm>
            <a:off x="676595" y="4675590"/>
            <a:ext cx="1260868" cy="320282"/>
            <a:chOff x="764132" y="5818742"/>
            <a:chExt cx="1260868" cy="320282"/>
          </a:xfrm>
        </p:grpSpPr>
        <p:sp>
          <p:nvSpPr>
            <p:cNvPr id="20" name="Rectangle: Rounded Corners 4">
              <a:extLst>
                <a:ext uri="{FF2B5EF4-FFF2-40B4-BE49-F238E27FC236}">
                  <a16:creationId xmlns:a16="http://schemas.microsoft.com/office/drawing/2014/main" id="{FB9DF579-DD0F-95AC-7258-EDA1F8921AE2}"/>
                </a:ext>
              </a:extLst>
            </p:cNvPr>
            <p:cNvSpPr/>
            <p:nvPr/>
          </p:nvSpPr>
          <p:spPr>
            <a:xfrm>
              <a:off x="764132" y="5818742"/>
              <a:ext cx="1260868" cy="320282"/>
            </a:xfrm>
            <a:prstGeom prst="roundRect">
              <a:avLst>
                <a:gd name="adj" fmla="val 5000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9095DE6-5F35-167D-F809-7C8D137B9861}"/>
                </a:ext>
              </a:extLst>
            </p:cNvPr>
            <p:cNvSpPr txBox="1"/>
            <p:nvPr/>
          </p:nvSpPr>
          <p:spPr>
            <a:xfrm>
              <a:off x="870854" y="5855773"/>
              <a:ext cx="1047424" cy="246221"/>
            </a:xfrm>
            <a:prstGeom prst="rect">
              <a:avLst/>
            </a:prstGeom>
            <a:solidFill>
              <a:schemeClr val="accent1"/>
            </a:solidFill>
            <a:ln>
              <a:noFill/>
            </a:ln>
          </p:spPr>
          <p:txBody>
            <a:bodyPr wrap="square" anchor="ctr">
              <a:spAutoFit/>
            </a:bodyPr>
            <a:lstStyle/>
            <a:p>
              <a:pPr algn="ctr"/>
              <a:r>
                <a:rPr lang="en-ID" sz="1000" b="1" dirty="0">
                  <a:solidFill>
                    <a:schemeClr val="bg1"/>
                  </a:solidFill>
                  <a:latin typeface="Raleway" pitchFamily="2" charset="77"/>
                  <a:cs typeface="Poppins SemiBold" pitchFamily="2" charset="77"/>
                </a:rPr>
                <a:t>Fashion</a:t>
              </a:r>
              <a:endParaRPr lang="en-US" sz="1000" b="1" dirty="0">
                <a:solidFill>
                  <a:schemeClr val="bg1"/>
                </a:solidFill>
                <a:latin typeface="Raleway" pitchFamily="2" charset="77"/>
                <a:cs typeface="Poppins SemiBold" pitchFamily="2" charset="77"/>
              </a:endParaRPr>
            </a:p>
          </p:txBody>
        </p:sp>
      </p:grpSp>
      <p:grpSp>
        <p:nvGrpSpPr>
          <p:cNvPr id="22" name="Group 21">
            <a:extLst>
              <a:ext uri="{FF2B5EF4-FFF2-40B4-BE49-F238E27FC236}">
                <a16:creationId xmlns:a16="http://schemas.microsoft.com/office/drawing/2014/main" id="{399FE757-43AB-D097-3866-2C5CB4DCD393}"/>
              </a:ext>
            </a:extLst>
          </p:cNvPr>
          <p:cNvGrpSpPr/>
          <p:nvPr/>
        </p:nvGrpSpPr>
        <p:grpSpPr>
          <a:xfrm>
            <a:off x="2186770" y="4675590"/>
            <a:ext cx="1260868" cy="320282"/>
            <a:chOff x="2274307" y="5818742"/>
            <a:chExt cx="1260868" cy="320282"/>
          </a:xfrm>
        </p:grpSpPr>
        <p:sp>
          <p:nvSpPr>
            <p:cNvPr id="23" name="Rectangle: Rounded Corners 4">
              <a:extLst>
                <a:ext uri="{FF2B5EF4-FFF2-40B4-BE49-F238E27FC236}">
                  <a16:creationId xmlns:a16="http://schemas.microsoft.com/office/drawing/2014/main" id="{FCEE0725-CC08-055E-29A2-E1FD3CF297A7}"/>
                </a:ext>
              </a:extLst>
            </p:cNvPr>
            <p:cNvSpPr/>
            <p:nvPr/>
          </p:nvSpPr>
          <p:spPr>
            <a:xfrm>
              <a:off x="2274307" y="5818742"/>
              <a:ext cx="1260868" cy="320282"/>
            </a:xfrm>
            <a:prstGeom prst="roundRect">
              <a:avLst>
                <a:gd name="adj" fmla="val 50000"/>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864DC45-F1F0-6105-57C2-579896BB14CA}"/>
                </a:ext>
              </a:extLst>
            </p:cNvPr>
            <p:cNvSpPr txBox="1"/>
            <p:nvPr/>
          </p:nvSpPr>
          <p:spPr>
            <a:xfrm>
              <a:off x="2381029" y="5855773"/>
              <a:ext cx="1047424" cy="246221"/>
            </a:xfrm>
            <a:prstGeom prst="rect">
              <a:avLst/>
            </a:prstGeom>
            <a:noFill/>
            <a:ln>
              <a:noFill/>
            </a:ln>
          </p:spPr>
          <p:txBody>
            <a:bodyPr wrap="square" anchor="ctr">
              <a:spAutoFit/>
            </a:bodyPr>
            <a:lstStyle/>
            <a:p>
              <a:pPr algn="ctr"/>
              <a:r>
                <a:rPr lang="en-ID" sz="1000" b="1" dirty="0">
                  <a:solidFill>
                    <a:schemeClr val="accent2"/>
                  </a:solidFill>
                  <a:latin typeface="Raleway" pitchFamily="2" charset="77"/>
                  <a:cs typeface="Poppins SemiBold" pitchFamily="2" charset="77"/>
                </a:rPr>
                <a:t>Pink</a:t>
              </a:r>
              <a:endParaRPr lang="en-US" sz="1000" b="1" dirty="0">
                <a:solidFill>
                  <a:schemeClr val="accent2"/>
                </a:solidFill>
                <a:latin typeface="Raleway" pitchFamily="2" charset="77"/>
                <a:cs typeface="Poppins SemiBold" pitchFamily="2" charset="77"/>
              </a:endParaRPr>
            </a:p>
          </p:txBody>
        </p:sp>
      </p:grpSp>
      <p:sp>
        <p:nvSpPr>
          <p:cNvPr id="4" name="Picture Placeholder 3">
            <a:extLst>
              <a:ext uri="{FF2B5EF4-FFF2-40B4-BE49-F238E27FC236}">
                <a16:creationId xmlns:a16="http://schemas.microsoft.com/office/drawing/2014/main" id="{3A3499A9-4128-61B2-1172-4E2D0668E85B}"/>
              </a:ext>
            </a:extLst>
          </p:cNvPr>
          <p:cNvSpPr>
            <a:spLocks noGrp="1"/>
          </p:cNvSpPr>
          <p:nvPr>
            <p:ph type="pic" sz="quarter" idx="11"/>
          </p:nvPr>
        </p:nvSpPr>
        <p:spPr/>
        <p:txBody>
          <a:bodyPr/>
          <a:lstStyle/>
          <a:p>
            <a:endParaRPr lang="zh-TW" altLang="en-US"/>
          </a:p>
        </p:txBody>
      </p:sp>
      <p:sp>
        <p:nvSpPr>
          <p:cNvPr id="9" name="Picture Placeholder 8">
            <a:extLst>
              <a:ext uri="{FF2B5EF4-FFF2-40B4-BE49-F238E27FC236}">
                <a16:creationId xmlns:a16="http://schemas.microsoft.com/office/drawing/2014/main" id="{E1A42BC1-EB15-FCAA-F1E9-6483FE6D51DE}"/>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2162810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43B86F-2096-8DF0-967E-7171B541AB52}"/>
              </a:ext>
            </a:extLst>
          </p:cNvPr>
          <p:cNvSpPr txBox="1"/>
          <p:nvPr/>
        </p:nvSpPr>
        <p:spPr>
          <a:xfrm>
            <a:off x="6236491" y="1876291"/>
            <a:ext cx="4736307"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From</a:t>
            </a:r>
            <a:r>
              <a:rPr lang="en-ID" sz="3600" b="1">
                <a:solidFill>
                  <a:schemeClr val="tx1">
                    <a:lumMod val="85000"/>
                    <a:lumOff val="15000"/>
                  </a:schemeClr>
                </a:solidFill>
                <a:latin typeface="Poppins SemiBold" pitchFamily="2" charset="77"/>
                <a:cs typeface="Poppins SemiBold" pitchFamily="2" charset="77"/>
              </a:rPr>
              <a:t> Barbiecore to High Fashion </a:t>
            </a:r>
            <a:r>
              <a:rPr lang="en-ID" sz="3600" b="1">
                <a:solidFill>
                  <a:schemeClr val="accent1"/>
                </a:solidFill>
                <a:latin typeface="Poppins SemiBold" pitchFamily="2" charset="77"/>
                <a:cs typeface="Poppins SemiBold" pitchFamily="2" charset="77"/>
              </a:rPr>
              <a:t>Pink</a:t>
            </a:r>
            <a:endParaRPr lang="en-US" sz="3600" b="1">
              <a:solidFill>
                <a:schemeClr val="accent1"/>
              </a:solidFill>
              <a:latin typeface="Poppins SemiBold" pitchFamily="2" charset="77"/>
              <a:cs typeface="Poppins SemiBold" pitchFamily="2" charset="77"/>
            </a:endParaRPr>
          </a:p>
        </p:txBody>
      </p:sp>
      <p:sp>
        <p:nvSpPr>
          <p:cNvPr id="5" name="TextBox 4">
            <a:extLst>
              <a:ext uri="{FF2B5EF4-FFF2-40B4-BE49-F238E27FC236}">
                <a16:creationId xmlns:a16="http://schemas.microsoft.com/office/drawing/2014/main" id="{C25813E3-4A0F-4A8A-5220-E8FFE052D8BD}"/>
              </a:ext>
            </a:extLst>
          </p:cNvPr>
          <p:cNvSpPr txBox="1"/>
          <p:nvPr/>
        </p:nvSpPr>
        <p:spPr>
          <a:xfrm>
            <a:off x="6236491" y="3090908"/>
            <a:ext cx="4595379"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6" name="TextBox 5">
            <a:extLst>
              <a:ext uri="{FF2B5EF4-FFF2-40B4-BE49-F238E27FC236}">
                <a16:creationId xmlns:a16="http://schemas.microsoft.com/office/drawing/2014/main" id="{9557DB4A-9CAE-0D38-9058-5EFC597A9826}"/>
              </a:ext>
            </a:extLst>
          </p:cNvPr>
          <p:cNvSpPr txBox="1"/>
          <p:nvPr/>
        </p:nvSpPr>
        <p:spPr>
          <a:xfrm>
            <a:off x="6250778" y="4087818"/>
            <a:ext cx="678656" cy="646331"/>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01</a:t>
            </a:r>
            <a:endParaRPr lang="en-US" sz="3600" b="1">
              <a:solidFill>
                <a:schemeClr val="accent1"/>
              </a:solidFill>
              <a:latin typeface="Poppins SemiBold" pitchFamily="2" charset="77"/>
              <a:cs typeface="Poppins SemiBold" pitchFamily="2" charset="77"/>
            </a:endParaRPr>
          </a:p>
        </p:txBody>
      </p:sp>
      <p:sp>
        <p:nvSpPr>
          <p:cNvPr id="8" name="TextBox 7">
            <a:extLst>
              <a:ext uri="{FF2B5EF4-FFF2-40B4-BE49-F238E27FC236}">
                <a16:creationId xmlns:a16="http://schemas.microsoft.com/office/drawing/2014/main" id="{E7548E11-C176-1D1A-F51D-857197845EA0}"/>
              </a:ext>
            </a:extLst>
          </p:cNvPr>
          <p:cNvSpPr txBox="1"/>
          <p:nvPr/>
        </p:nvSpPr>
        <p:spPr>
          <a:xfrm>
            <a:off x="6236492" y="4746174"/>
            <a:ext cx="2207420" cy="369332"/>
          </a:xfrm>
          <a:prstGeom prst="rect">
            <a:avLst/>
          </a:prstGeom>
          <a:noFill/>
        </p:spPr>
        <p:txBody>
          <a:bodyPr wrap="square">
            <a:spAutoFit/>
          </a:bodyPr>
          <a:lstStyle/>
          <a:p>
            <a:r>
              <a:rPr lang="en-ID">
                <a:solidFill>
                  <a:schemeClr val="accent1"/>
                </a:solidFill>
                <a:latin typeface="Poppins Medium" pitchFamily="2" charset="77"/>
                <a:cs typeface="Poppins Medium" pitchFamily="2" charset="77"/>
              </a:rPr>
              <a:t>Barbiecore Trend</a:t>
            </a:r>
            <a:endParaRPr lang="en-US">
              <a:solidFill>
                <a:schemeClr val="accent1"/>
              </a:solidFill>
              <a:latin typeface="Poppins Medium" pitchFamily="2" charset="77"/>
              <a:cs typeface="Poppins Medium" pitchFamily="2" charset="77"/>
            </a:endParaRPr>
          </a:p>
        </p:txBody>
      </p:sp>
      <p:sp>
        <p:nvSpPr>
          <p:cNvPr id="9" name="TextBox 8">
            <a:extLst>
              <a:ext uri="{FF2B5EF4-FFF2-40B4-BE49-F238E27FC236}">
                <a16:creationId xmlns:a16="http://schemas.microsoft.com/office/drawing/2014/main" id="{C3CC7C80-85F0-8CBC-BB20-99B7ACF269B0}"/>
              </a:ext>
            </a:extLst>
          </p:cNvPr>
          <p:cNvSpPr txBox="1"/>
          <p:nvPr/>
        </p:nvSpPr>
        <p:spPr>
          <a:xfrm>
            <a:off x="6250779" y="5115506"/>
            <a:ext cx="2321720"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consectetur adipiscing elit, sed</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784370E-9D32-2ABB-AF6C-92A9EFAAE008}"/>
              </a:ext>
            </a:extLst>
          </p:cNvPr>
          <p:cNvSpPr txBox="1"/>
          <p:nvPr/>
        </p:nvSpPr>
        <p:spPr>
          <a:xfrm>
            <a:off x="8911391" y="4087818"/>
            <a:ext cx="846969" cy="646331"/>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02</a:t>
            </a:r>
            <a:endParaRPr lang="en-US" sz="3600" b="1">
              <a:solidFill>
                <a:schemeClr val="accent1"/>
              </a:solidFill>
              <a:latin typeface="Poppins SemiBold" pitchFamily="2" charset="77"/>
              <a:cs typeface="Poppins SemiBold" pitchFamily="2" charset="77"/>
            </a:endParaRPr>
          </a:p>
        </p:txBody>
      </p:sp>
      <p:sp>
        <p:nvSpPr>
          <p:cNvPr id="11" name="TextBox 10">
            <a:extLst>
              <a:ext uri="{FF2B5EF4-FFF2-40B4-BE49-F238E27FC236}">
                <a16:creationId xmlns:a16="http://schemas.microsoft.com/office/drawing/2014/main" id="{75C6CA8A-DAA6-7DE3-13A9-FBEF4ECCB5E7}"/>
              </a:ext>
            </a:extLst>
          </p:cNvPr>
          <p:cNvSpPr txBox="1"/>
          <p:nvPr/>
        </p:nvSpPr>
        <p:spPr>
          <a:xfrm>
            <a:off x="8897106" y="4746174"/>
            <a:ext cx="1934764" cy="369332"/>
          </a:xfrm>
          <a:prstGeom prst="rect">
            <a:avLst/>
          </a:prstGeom>
          <a:noFill/>
        </p:spPr>
        <p:txBody>
          <a:bodyPr wrap="square">
            <a:spAutoFit/>
          </a:bodyPr>
          <a:lstStyle/>
          <a:p>
            <a:r>
              <a:rPr lang="en-ID">
                <a:solidFill>
                  <a:schemeClr val="accent1"/>
                </a:solidFill>
                <a:latin typeface="Poppins Medium" pitchFamily="2" charset="77"/>
                <a:cs typeface="Poppins Medium" pitchFamily="2" charset="77"/>
              </a:rPr>
              <a:t>Pink Statement</a:t>
            </a:r>
            <a:endParaRPr lang="en-US">
              <a:solidFill>
                <a:schemeClr val="accent1"/>
              </a:solidFill>
              <a:latin typeface="Poppins Medium" pitchFamily="2" charset="77"/>
              <a:cs typeface="Poppins Medium" pitchFamily="2" charset="77"/>
            </a:endParaRPr>
          </a:p>
        </p:txBody>
      </p:sp>
      <p:sp>
        <p:nvSpPr>
          <p:cNvPr id="12" name="TextBox 11">
            <a:extLst>
              <a:ext uri="{FF2B5EF4-FFF2-40B4-BE49-F238E27FC236}">
                <a16:creationId xmlns:a16="http://schemas.microsoft.com/office/drawing/2014/main" id="{FD004C30-C791-7322-7FF4-BF471F3EB8A3}"/>
              </a:ext>
            </a:extLst>
          </p:cNvPr>
          <p:cNvSpPr txBox="1"/>
          <p:nvPr/>
        </p:nvSpPr>
        <p:spPr>
          <a:xfrm>
            <a:off x="8911393" y="5115506"/>
            <a:ext cx="2321720"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consectetur adipiscing elit, sed</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3" name="Picture Placeholder 2">
            <a:extLst>
              <a:ext uri="{FF2B5EF4-FFF2-40B4-BE49-F238E27FC236}">
                <a16:creationId xmlns:a16="http://schemas.microsoft.com/office/drawing/2014/main" id="{8E986438-403E-2091-CE58-FCBFE9F38B0A}"/>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100333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763A5A-6944-7753-2C18-FF6BE2C1AEC4}"/>
              </a:ext>
            </a:extLst>
          </p:cNvPr>
          <p:cNvSpPr txBox="1"/>
          <p:nvPr/>
        </p:nvSpPr>
        <p:spPr>
          <a:xfrm>
            <a:off x="9779472" y="4441691"/>
            <a:ext cx="1574009" cy="646331"/>
          </a:xfrm>
          <a:prstGeom prst="rect">
            <a:avLst/>
          </a:prstGeom>
          <a:noFill/>
        </p:spPr>
        <p:txBody>
          <a:bodyPr wrap="square">
            <a:spAutoFit/>
          </a:bodyPr>
          <a:lstStyle/>
          <a:p>
            <a:pPr algn="ctr"/>
            <a:r>
              <a:rPr lang="en-ID" sz="3600" b="1">
                <a:solidFill>
                  <a:schemeClr val="accent1"/>
                </a:solidFill>
                <a:latin typeface="Poppins SemiBold" pitchFamily="2" charset="77"/>
                <a:cs typeface="Poppins SemiBold" pitchFamily="2" charset="77"/>
              </a:rPr>
              <a:t>1245+</a:t>
            </a:r>
            <a:endParaRPr lang="en-US" sz="3600" b="1">
              <a:solidFill>
                <a:schemeClr val="accent1"/>
              </a:solidFill>
              <a:latin typeface="Poppins SemiBold" pitchFamily="2" charset="77"/>
              <a:cs typeface="Poppins SemiBold" pitchFamily="2" charset="77"/>
            </a:endParaRPr>
          </a:p>
        </p:txBody>
      </p:sp>
      <p:sp>
        <p:nvSpPr>
          <p:cNvPr id="5" name="TextBox 4">
            <a:extLst>
              <a:ext uri="{FF2B5EF4-FFF2-40B4-BE49-F238E27FC236}">
                <a16:creationId xmlns:a16="http://schemas.microsoft.com/office/drawing/2014/main" id="{B9392BFC-7862-22F7-DCAA-27FD274F788D}"/>
              </a:ext>
            </a:extLst>
          </p:cNvPr>
          <p:cNvSpPr txBox="1"/>
          <p:nvPr/>
        </p:nvSpPr>
        <p:spPr>
          <a:xfrm>
            <a:off x="9633026" y="5088022"/>
            <a:ext cx="1866900" cy="615553"/>
          </a:xfrm>
          <a:prstGeom prst="rect">
            <a:avLst/>
          </a:prstGeom>
          <a:noFill/>
        </p:spPr>
        <p:txBody>
          <a:bodyPr wrap="square">
            <a:spAutoFit/>
          </a:bodyPr>
          <a:lstStyle/>
          <a:p>
            <a:pPr algn="ct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consectetur</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7" name="TextBox 6">
            <a:extLst>
              <a:ext uri="{FF2B5EF4-FFF2-40B4-BE49-F238E27FC236}">
                <a16:creationId xmlns:a16="http://schemas.microsoft.com/office/drawing/2014/main" id="{AE97EE0E-F1AE-5812-A65A-481139D1A29F}"/>
              </a:ext>
            </a:extLst>
          </p:cNvPr>
          <p:cNvSpPr txBox="1"/>
          <p:nvPr/>
        </p:nvSpPr>
        <p:spPr>
          <a:xfrm>
            <a:off x="850901" y="1502821"/>
            <a:ext cx="4165599"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Why</a:t>
            </a:r>
            <a:r>
              <a:rPr lang="en-ID" sz="3600" b="1">
                <a:latin typeface="Poppins SemiBold" pitchFamily="2" charset="77"/>
                <a:cs typeface="Poppins SemiBold" pitchFamily="2" charset="77"/>
              </a:rPr>
              <a:t> Pink Never Goes Out of </a:t>
            </a:r>
            <a:r>
              <a:rPr lang="en-ID" sz="3600" b="1">
                <a:solidFill>
                  <a:schemeClr val="accent1"/>
                </a:solidFill>
                <a:latin typeface="Poppins SemiBold" pitchFamily="2" charset="77"/>
                <a:cs typeface="Poppins SemiBold" pitchFamily="2" charset="77"/>
              </a:rPr>
              <a:t>Style</a:t>
            </a:r>
            <a:endParaRPr lang="en-US" sz="3600" b="1">
              <a:solidFill>
                <a:schemeClr val="accent1"/>
              </a:solidFill>
              <a:latin typeface="Poppins SemiBold" pitchFamily="2" charset="77"/>
              <a:cs typeface="Poppins SemiBold" pitchFamily="2" charset="77"/>
            </a:endParaRPr>
          </a:p>
        </p:txBody>
      </p:sp>
      <p:sp>
        <p:nvSpPr>
          <p:cNvPr id="8" name="TextBox 7">
            <a:extLst>
              <a:ext uri="{FF2B5EF4-FFF2-40B4-BE49-F238E27FC236}">
                <a16:creationId xmlns:a16="http://schemas.microsoft.com/office/drawing/2014/main" id="{582CB160-B33A-D2DA-6BE1-C12D12FF7A34}"/>
              </a:ext>
            </a:extLst>
          </p:cNvPr>
          <p:cNvSpPr txBox="1"/>
          <p:nvPr/>
        </p:nvSpPr>
        <p:spPr>
          <a:xfrm>
            <a:off x="863601" y="2737247"/>
            <a:ext cx="4013199"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9" name="Oval 8">
            <a:extLst>
              <a:ext uri="{FF2B5EF4-FFF2-40B4-BE49-F238E27FC236}">
                <a16:creationId xmlns:a16="http://schemas.microsoft.com/office/drawing/2014/main" id="{1E01CECE-F5ED-1652-EABC-7349944E5103}"/>
              </a:ext>
            </a:extLst>
          </p:cNvPr>
          <p:cNvSpPr/>
          <p:nvPr/>
        </p:nvSpPr>
        <p:spPr>
          <a:xfrm>
            <a:off x="929187" y="3630666"/>
            <a:ext cx="514216" cy="51421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Poppins Medium" pitchFamily="2" charset="77"/>
                <a:cs typeface="Poppins Medium" pitchFamily="2" charset="77"/>
              </a:rPr>
              <a:t>01</a:t>
            </a:r>
          </a:p>
        </p:txBody>
      </p:sp>
      <p:sp>
        <p:nvSpPr>
          <p:cNvPr id="11" name="Oval 10">
            <a:extLst>
              <a:ext uri="{FF2B5EF4-FFF2-40B4-BE49-F238E27FC236}">
                <a16:creationId xmlns:a16="http://schemas.microsoft.com/office/drawing/2014/main" id="{BD62254F-B394-564C-AF11-97690918242E}"/>
              </a:ext>
            </a:extLst>
          </p:cNvPr>
          <p:cNvSpPr/>
          <p:nvPr/>
        </p:nvSpPr>
        <p:spPr>
          <a:xfrm>
            <a:off x="929187" y="4524870"/>
            <a:ext cx="514216" cy="51421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Poppins Medium" pitchFamily="2" charset="77"/>
                <a:cs typeface="Poppins Medium" pitchFamily="2" charset="77"/>
              </a:rPr>
              <a:t>02</a:t>
            </a:r>
          </a:p>
        </p:txBody>
      </p:sp>
      <p:sp>
        <p:nvSpPr>
          <p:cNvPr id="13" name="TextBox 12">
            <a:extLst>
              <a:ext uri="{FF2B5EF4-FFF2-40B4-BE49-F238E27FC236}">
                <a16:creationId xmlns:a16="http://schemas.microsoft.com/office/drawing/2014/main" id="{F3F599E1-1121-BE09-7C05-E880D3B91B94}"/>
              </a:ext>
            </a:extLst>
          </p:cNvPr>
          <p:cNvSpPr txBox="1"/>
          <p:nvPr/>
        </p:nvSpPr>
        <p:spPr>
          <a:xfrm>
            <a:off x="1589849" y="3584838"/>
            <a:ext cx="3706051"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4" name="TextBox 13">
            <a:extLst>
              <a:ext uri="{FF2B5EF4-FFF2-40B4-BE49-F238E27FC236}">
                <a16:creationId xmlns:a16="http://schemas.microsoft.com/office/drawing/2014/main" id="{0D88F3E3-6F70-33E0-BB3F-7F85A1DD53BA}"/>
              </a:ext>
            </a:extLst>
          </p:cNvPr>
          <p:cNvSpPr txBox="1"/>
          <p:nvPr/>
        </p:nvSpPr>
        <p:spPr>
          <a:xfrm>
            <a:off x="1589849" y="4461501"/>
            <a:ext cx="3706051"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5" name="Oval 14">
            <a:extLst>
              <a:ext uri="{FF2B5EF4-FFF2-40B4-BE49-F238E27FC236}">
                <a16:creationId xmlns:a16="http://schemas.microsoft.com/office/drawing/2014/main" id="{4D6DCFD2-3480-43AD-D887-5C5457EC0013}"/>
              </a:ext>
            </a:extLst>
          </p:cNvPr>
          <p:cNvSpPr/>
          <p:nvPr/>
        </p:nvSpPr>
        <p:spPr>
          <a:xfrm>
            <a:off x="929187" y="5401533"/>
            <a:ext cx="514216" cy="51421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Poppins Medium" pitchFamily="2" charset="77"/>
                <a:cs typeface="Poppins Medium" pitchFamily="2" charset="77"/>
              </a:rPr>
              <a:t>03</a:t>
            </a:r>
          </a:p>
        </p:txBody>
      </p:sp>
      <p:sp>
        <p:nvSpPr>
          <p:cNvPr id="16" name="TextBox 15">
            <a:extLst>
              <a:ext uri="{FF2B5EF4-FFF2-40B4-BE49-F238E27FC236}">
                <a16:creationId xmlns:a16="http://schemas.microsoft.com/office/drawing/2014/main" id="{78FF4369-8B6A-1D87-9DEB-8F0A925785D6}"/>
              </a:ext>
            </a:extLst>
          </p:cNvPr>
          <p:cNvSpPr txBox="1"/>
          <p:nvPr/>
        </p:nvSpPr>
        <p:spPr>
          <a:xfrm>
            <a:off x="1589849" y="5338164"/>
            <a:ext cx="3706051"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2" name="Picture Placeholder 1">
            <a:extLst>
              <a:ext uri="{FF2B5EF4-FFF2-40B4-BE49-F238E27FC236}">
                <a16:creationId xmlns:a16="http://schemas.microsoft.com/office/drawing/2014/main" id="{54094476-21C5-CD18-5DFB-D64E6BB8C529}"/>
              </a:ext>
            </a:extLst>
          </p:cNvPr>
          <p:cNvSpPr>
            <a:spLocks noGrp="1"/>
          </p:cNvSpPr>
          <p:nvPr>
            <p:ph type="pic" sz="quarter" idx="10"/>
          </p:nvPr>
        </p:nvSpPr>
        <p:spPr/>
        <p:txBody>
          <a:bodyPr/>
          <a:lstStyle/>
          <a:p>
            <a:endParaRPr lang="zh-TW" altLang="en-US"/>
          </a:p>
        </p:txBody>
      </p:sp>
      <p:sp>
        <p:nvSpPr>
          <p:cNvPr id="3" name="Picture Placeholder 2">
            <a:extLst>
              <a:ext uri="{FF2B5EF4-FFF2-40B4-BE49-F238E27FC236}">
                <a16:creationId xmlns:a16="http://schemas.microsoft.com/office/drawing/2014/main" id="{B5D8FD00-586E-ADEC-D62D-3A85D52268D0}"/>
              </a:ext>
            </a:extLst>
          </p:cNvPr>
          <p:cNvSpPr>
            <a:spLocks noGrp="1"/>
          </p:cNvSpPr>
          <p:nvPr>
            <p:ph type="pic" sz="quarter" idx="11"/>
          </p:nvPr>
        </p:nvSpPr>
        <p:spPr/>
        <p:txBody>
          <a:bodyPr/>
          <a:lstStyle/>
          <a:p>
            <a:endParaRPr lang="zh-TW" altLang="en-US"/>
          </a:p>
        </p:txBody>
      </p:sp>
    </p:spTree>
    <p:extLst>
      <p:ext uri="{BB962C8B-B14F-4D97-AF65-F5344CB8AC3E}">
        <p14:creationId xmlns:p14="http://schemas.microsoft.com/office/powerpoint/2010/main" val="195808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01D9FD-4C33-28AD-E418-5B3A3671780D}"/>
              </a:ext>
            </a:extLst>
          </p:cNvPr>
          <p:cNvSpPr>
            <a:spLocks noGrp="1"/>
          </p:cNvSpPr>
          <p:nvPr>
            <p:ph type="pic" sz="quarter" idx="10"/>
          </p:nvPr>
        </p:nvSpPr>
        <p:spPr/>
        <p:txBody>
          <a:bodyPr/>
          <a:lstStyle/>
          <a:p>
            <a:endParaRPr lang="zh-TW" altLang="en-US"/>
          </a:p>
        </p:txBody>
      </p:sp>
      <p:sp>
        <p:nvSpPr>
          <p:cNvPr id="15" name="TextBox 14">
            <a:extLst>
              <a:ext uri="{FF2B5EF4-FFF2-40B4-BE49-F238E27FC236}">
                <a16:creationId xmlns:a16="http://schemas.microsoft.com/office/drawing/2014/main" id="{8FDD30E1-F071-DF57-F09A-A5EF0E8C5286}"/>
              </a:ext>
            </a:extLst>
          </p:cNvPr>
          <p:cNvSpPr txBox="1"/>
          <p:nvPr/>
        </p:nvSpPr>
        <p:spPr>
          <a:xfrm>
            <a:off x="4656378" y="1804419"/>
            <a:ext cx="6060081"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Color</a:t>
            </a:r>
            <a:r>
              <a:rPr lang="en-ID" sz="3600" b="1">
                <a:latin typeface="Poppins SemiBold" pitchFamily="2" charset="77"/>
                <a:cs typeface="Poppins SemiBold" pitchFamily="2" charset="77"/>
              </a:rPr>
              <a:t> Pairing Guide What Looks Best with </a:t>
            </a:r>
            <a:r>
              <a:rPr lang="en-ID" sz="3600" b="1">
                <a:solidFill>
                  <a:schemeClr val="accent1"/>
                </a:solidFill>
                <a:latin typeface="Poppins SemiBold" pitchFamily="2" charset="77"/>
                <a:cs typeface="Poppins SemiBold" pitchFamily="2" charset="77"/>
              </a:rPr>
              <a:t>Pink?</a:t>
            </a:r>
            <a:endParaRPr lang="en-US" sz="3600" b="1">
              <a:solidFill>
                <a:schemeClr val="accent1"/>
              </a:solidFill>
              <a:latin typeface="Poppins SemiBold" pitchFamily="2" charset="77"/>
              <a:cs typeface="Poppins SemiBold" pitchFamily="2" charset="77"/>
            </a:endParaRPr>
          </a:p>
        </p:txBody>
      </p:sp>
      <p:sp>
        <p:nvSpPr>
          <p:cNvPr id="16" name="TextBox 15">
            <a:extLst>
              <a:ext uri="{FF2B5EF4-FFF2-40B4-BE49-F238E27FC236}">
                <a16:creationId xmlns:a16="http://schemas.microsoft.com/office/drawing/2014/main" id="{99700CAF-D517-FB1B-61CD-AC0EEA9FEAA6}"/>
              </a:ext>
            </a:extLst>
          </p:cNvPr>
          <p:cNvSpPr txBox="1"/>
          <p:nvPr/>
        </p:nvSpPr>
        <p:spPr>
          <a:xfrm>
            <a:off x="4670665" y="3033324"/>
            <a:ext cx="5916379"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useBgFill="1">
        <p:nvSpPr>
          <p:cNvPr id="12" name="Round Diagonal Corner Rectangle 11">
            <a:extLst>
              <a:ext uri="{FF2B5EF4-FFF2-40B4-BE49-F238E27FC236}">
                <a16:creationId xmlns:a16="http://schemas.microsoft.com/office/drawing/2014/main" id="{0AA816AF-B9F3-D0FF-AFF4-FE36ADBD0830}"/>
              </a:ext>
            </a:extLst>
          </p:cNvPr>
          <p:cNvSpPr/>
          <p:nvPr/>
        </p:nvSpPr>
        <p:spPr>
          <a:xfrm>
            <a:off x="3928937" y="4115827"/>
            <a:ext cx="3529013" cy="1571625"/>
          </a:xfrm>
          <a:prstGeom prst="round2DiagRect">
            <a:avLst>
              <a:gd name="adj1" fmla="val 27163"/>
              <a:gd name="adj2" fmla="val 0"/>
            </a:avLst>
          </a:prstGeom>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 Diagonal Corner Rectangle 12">
            <a:extLst>
              <a:ext uri="{FF2B5EF4-FFF2-40B4-BE49-F238E27FC236}">
                <a16:creationId xmlns:a16="http://schemas.microsoft.com/office/drawing/2014/main" id="{F43CA9FC-A8C6-66D0-D742-CEEC6D21138D}"/>
              </a:ext>
            </a:extLst>
          </p:cNvPr>
          <p:cNvSpPr/>
          <p:nvPr/>
        </p:nvSpPr>
        <p:spPr>
          <a:xfrm>
            <a:off x="7914887" y="4115826"/>
            <a:ext cx="3529013" cy="1571625"/>
          </a:xfrm>
          <a:prstGeom prst="round2DiagRect">
            <a:avLst>
              <a:gd name="adj1" fmla="val 27163"/>
              <a:gd name="adj2" fmla="val 0"/>
            </a:avLst>
          </a:prstGeom>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BCD2F3F-D36D-E8F9-3537-5E4826F303D8}"/>
              </a:ext>
            </a:extLst>
          </p:cNvPr>
          <p:cNvSpPr txBox="1"/>
          <p:nvPr/>
        </p:nvSpPr>
        <p:spPr>
          <a:xfrm>
            <a:off x="4231340" y="4413978"/>
            <a:ext cx="1622665" cy="369332"/>
          </a:xfrm>
          <a:prstGeom prst="rect">
            <a:avLst/>
          </a:prstGeom>
          <a:noFill/>
        </p:spPr>
        <p:txBody>
          <a:bodyPr wrap="square">
            <a:spAutoFit/>
          </a:bodyPr>
          <a:lstStyle/>
          <a:p>
            <a:r>
              <a:rPr lang="en-ID">
                <a:solidFill>
                  <a:schemeClr val="accent1"/>
                </a:solidFill>
                <a:latin typeface="Poppins Medium" pitchFamily="2" charset="77"/>
                <a:cs typeface="Poppins Medium" pitchFamily="2" charset="77"/>
              </a:rPr>
              <a:t>Pink &amp; White </a:t>
            </a:r>
            <a:endParaRPr lang="en-US">
              <a:solidFill>
                <a:schemeClr val="accent1"/>
              </a:solidFill>
              <a:latin typeface="Poppins Medium" pitchFamily="2" charset="77"/>
              <a:cs typeface="Poppins Medium" pitchFamily="2" charset="77"/>
            </a:endParaRPr>
          </a:p>
        </p:txBody>
      </p:sp>
      <p:sp>
        <p:nvSpPr>
          <p:cNvPr id="30" name="TextBox 29">
            <a:extLst>
              <a:ext uri="{FF2B5EF4-FFF2-40B4-BE49-F238E27FC236}">
                <a16:creationId xmlns:a16="http://schemas.microsoft.com/office/drawing/2014/main" id="{C9CD57F1-D2B1-1DDF-6579-7BA7646307CD}"/>
              </a:ext>
            </a:extLst>
          </p:cNvPr>
          <p:cNvSpPr txBox="1"/>
          <p:nvPr/>
        </p:nvSpPr>
        <p:spPr>
          <a:xfrm>
            <a:off x="4231341" y="4783310"/>
            <a:ext cx="2933251"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33" name="TextBox 32">
            <a:extLst>
              <a:ext uri="{FF2B5EF4-FFF2-40B4-BE49-F238E27FC236}">
                <a16:creationId xmlns:a16="http://schemas.microsoft.com/office/drawing/2014/main" id="{11DE0EF2-4286-FA6B-C729-230DBA49531B}"/>
              </a:ext>
            </a:extLst>
          </p:cNvPr>
          <p:cNvSpPr txBox="1"/>
          <p:nvPr/>
        </p:nvSpPr>
        <p:spPr>
          <a:xfrm>
            <a:off x="8217290" y="4413977"/>
            <a:ext cx="1622665" cy="369332"/>
          </a:xfrm>
          <a:prstGeom prst="rect">
            <a:avLst/>
          </a:prstGeom>
          <a:noFill/>
        </p:spPr>
        <p:txBody>
          <a:bodyPr wrap="square">
            <a:spAutoFit/>
          </a:bodyPr>
          <a:lstStyle/>
          <a:p>
            <a:r>
              <a:rPr lang="en-ID">
                <a:solidFill>
                  <a:schemeClr val="accent1"/>
                </a:solidFill>
                <a:latin typeface="Poppins Medium" pitchFamily="2" charset="77"/>
                <a:cs typeface="Poppins Medium" pitchFamily="2" charset="77"/>
              </a:rPr>
              <a:t>Pink &amp; Beige </a:t>
            </a:r>
            <a:endParaRPr lang="en-US">
              <a:solidFill>
                <a:schemeClr val="accent1"/>
              </a:solidFill>
              <a:latin typeface="Poppins Medium" pitchFamily="2" charset="77"/>
              <a:cs typeface="Poppins Medium" pitchFamily="2" charset="77"/>
            </a:endParaRPr>
          </a:p>
        </p:txBody>
      </p:sp>
      <p:sp>
        <p:nvSpPr>
          <p:cNvPr id="34" name="TextBox 33">
            <a:extLst>
              <a:ext uri="{FF2B5EF4-FFF2-40B4-BE49-F238E27FC236}">
                <a16:creationId xmlns:a16="http://schemas.microsoft.com/office/drawing/2014/main" id="{F1A3BE51-5889-92EB-B1D5-9A16B5866F91}"/>
              </a:ext>
            </a:extLst>
          </p:cNvPr>
          <p:cNvSpPr txBox="1"/>
          <p:nvPr/>
        </p:nvSpPr>
        <p:spPr>
          <a:xfrm>
            <a:off x="8217291" y="4783309"/>
            <a:ext cx="2933251"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98386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525BE0C-93BC-A561-F512-DA07D3F2E8B6}"/>
              </a:ext>
            </a:extLst>
          </p:cNvPr>
          <p:cNvGrpSpPr/>
          <p:nvPr/>
        </p:nvGrpSpPr>
        <p:grpSpPr>
          <a:xfrm>
            <a:off x="4668912" y="6205535"/>
            <a:ext cx="979455" cy="210618"/>
            <a:chOff x="1394846" y="2910954"/>
            <a:chExt cx="1466369" cy="315323"/>
          </a:xfrm>
        </p:grpSpPr>
        <p:pic>
          <p:nvPicPr>
            <p:cNvPr id="5" name="Graphic 4" descr="Receiver">
              <a:extLst>
                <a:ext uri="{FF2B5EF4-FFF2-40B4-BE49-F238E27FC236}">
                  <a16:creationId xmlns:a16="http://schemas.microsoft.com/office/drawing/2014/main" id="{E8BDB25E-5D65-1B9D-B5D2-0A23B185D97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02622" y="2956754"/>
              <a:ext cx="237568" cy="237568"/>
            </a:xfrm>
            <a:prstGeom prst="rect">
              <a:avLst/>
            </a:prstGeom>
          </p:spPr>
        </p:pic>
        <p:pic>
          <p:nvPicPr>
            <p:cNvPr id="6" name="Graphic 5" descr="House">
              <a:extLst>
                <a:ext uri="{FF2B5EF4-FFF2-40B4-BE49-F238E27FC236}">
                  <a16:creationId xmlns:a16="http://schemas.microsoft.com/office/drawing/2014/main" id="{7605C252-DABB-06BC-1146-4A17EB1449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5892" y="2910954"/>
              <a:ext cx="315323" cy="315323"/>
            </a:xfrm>
            <a:prstGeom prst="rect">
              <a:avLst/>
            </a:prstGeom>
          </p:spPr>
        </p:pic>
        <p:pic>
          <p:nvPicPr>
            <p:cNvPr id="7" name="Graphic 6" descr="Email">
              <a:extLst>
                <a:ext uri="{FF2B5EF4-FFF2-40B4-BE49-F238E27FC236}">
                  <a16:creationId xmlns:a16="http://schemas.microsoft.com/office/drawing/2014/main" id="{BB0D995D-9FEE-B5F6-D50B-189F23CF6DE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94846" y="2933588"/>
              <a:ext cx="260734" cy="260735"/>
            </a:xfrm>
            <a:prstGeom prst="rect">
              <a:avLst/>
            </a:prstGeom>
          </p:spPr>
        </p:pic>
      </p:grpSp>
      <p:sp>
        <p:nvSpPr>
          <p:cNvPr id="9" name="TextBox 8">
            <a:extLst>
              <a:ext uri="{FF2B5EF4-FFF2-40B4-BE49-F238E27FC236}">
                <a16:creationId xmlns:a16="http://schemas.microsoft.com/office/drawing/2014/main" id="{0FC25BA3-8C44-F1C6-1D48-455CAC6EA548}"/>
              </a:ext>
            </a:extLst>
          </p:cNvPr>
          <p:cNvSpPr txBox="1"/>
          <p:nvPr/>
        </p:nvSpPr>
        <p:spPr>
          <a:xfrm>
            <a:off x="4404281" y="5343101"/>
            <a:ext cx="1459595" cy="369332"/>
          </a:xfrm>
          <a:prstGeom prst="rect">
            <a:avLst/>
          </a:prstGeom>
          <a:noFill/>
        </p:spPr>
        <p:txBody>
          <a:bodyPr wrap="square">
            <a:spAutoFit/>
          </a:bodyPr>
          <a:lstStyle/>
          <a:p>
            <a:pPr algn="ctr"/>
            <a:r>
              <a:rPr lang="en-ID">
                <a:latin typeface="Poppins Medium" pitchFamily="2" charset="77"/>
                <a:cs typeface="Poppins Medium" pitchFamily="2" charset="77"/>
              </a:rPr>
              <a:t>Daisy Lynn</a:t>
            </a:r>
          </a:p>
        </p:txBody>
      </p:sp>
      <p:sp>
        <p:nvSpPr>
          <p:cNvPr id="10" name="TextBox 9">
            <a:extLst>
              <a:ext uri="{FF2B5EF4-FFF2-40B4-BE49-F238E27FC236}">
                <a16:creationId xmlns:a16="http://schemas.microsoft.com/office/drawing/2014/main" id="{56E6A633-76FE-10A9-0FA7-CD4405ECD82F}"/>
              </a:ext>
            </a:extLst>
          </p:cNvPr>
          <p:cNvSpPr txBox="1"/>
          <p:nvPr/>
        </p:nvSpPr>
        <p:spPr>
          <a:xfrm>
            <a:off x="4136907" y="5712433"/>
            <a:ext cx="1986296" cy="338554"/>
          </a:xfrm>
          <a:prstGeom prst="rect">
            <a:avLst/>
          </a:prstGeom>
          <a:noFill/>
        </p:spPr>
        <p:txBody>
          <a:bodyPr wrap="square">
            <a:spAutoFit/>
          </a:bodyPr>
          <a:lstStyle/>
          <a:p>
            <a:pPr algn="ct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Option Here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15" name="Group 14">
            <a:extLst>
              <a:ext uri="{FF2B5EF4-FFF2-40B4-BE49-F238E27FC236}">
                <a16:creationId xmlns:a16="http://schemas.microsoft.com/office/drawing/2014/main" id="{6DB48F4A-50DE-1644-4676-B8FD54122F02}"/>
              </a:ext>
            </a:extLst>
          </p:cNvPr>
          <p:cNvGrpSpPr/>
          <p:nvPr/>
        </p:nvGrpSpPr>
        <p:grpSpPr>
          <a:xfrm>
            <a:off x="7269055" y="6184191"/>
            <a:ext cx="979455" cy="210618"/>
            <a:chOff x="1394846" y="2910954"/>
            <a:chExt cx="1466369" cy="315323"/>
          </a:xfrm>
          <a:solidFill>
            <a:schemeClr val="accent2"/>
          </a:solidFill>
        </p:grpSpPr>
        <p:pic>
          <p:nvPicPr>
            <p:cNvPr id="16" name="Graphic 15" descr="Receiver">
              <a:extLst>
                <a:ext uri="{FF2B5EF4-FFF2-40B4-BE49-F238E27FC236}">
                  <a16:creationId xmlns:a16="http://schemas.microsoft.com/office/drawing/2014/main" id="{2F36B984-D6F2-64CB-6A3B-0AE5B099E34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2622" y="2956754"/>
              <a:ext cx="237568" cy="237568"/>
            </a:xfrm>
            <a:prstGeom prst="rect">
              <a:avLst/>
            </a:prstGeom>
          </p:spPr>
        </p:pic>
        <p:pic>
          <p:nvPicPr>
            <p:cNvPr id="17" name="Graphic 16" descr="House">
              <a:extLst>
                <a:ext uri="{FF2B5EF4-FFF2-40B4-BE49-F238E27FC236}">
                  <a16:creationId xmlns:a16="http://schemas.microsoft.com/office/drawing/2014/main" id="{267DF660-02CD-67AE-7128-DB4685382F2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45892" y="2910954"/>
              <a:ext cx="315323" cy="315323"/>
            </a:xfrm>
            <a:prstGeom prst="rect">
              <a:avLst/>
            </a:prstGeom>
          </p:spPr>
        </p:pic>
        <p:pic>
          <p:nvPicPr>
            <p:cNvPr id="18" name="Graphic 17" descr="Email">
              <a:extLst>
                <a:ext uri="{FF2B5EF4-FFF2-40B4-BE49-F238E27FC236}">
                  <a16:creationId xmlns:a16="http://schemas.microsoft.com/office/drawing/2014/main" id="{3AEBC4F2-2373-E91C-BDE3-CAF38B8CB95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94846" y="2933588"/>
              <a:ext cx="260734" cy="260735"/>
            </a:xfrm>
            <a:prstGeom prst="rect">
              <a:avLst/>
            </a:prstGeom>
          </p:spPr>
        </p:pic>
      </p:grpSp>
      <p:sp>
        <p:nvSpPr>
          <p:cNvPr id="19" name="TextBox 18">
            <a:extLst>
              <a:ext uri="{FF2B5EF4-FFF2-40B4-BE49-F238E27FC236}">
                <a16:creationId xmlns:a16="http://schemas.microsoft.com/office/drawing/2014/main" id="{CA6A9429-8116-758C-A23D-F15EA03723B2}"/>
              </a:ext>
            </a:extLst>
          </p:cNvPr>
          <p:cNvSpPr txBox="1"/>
          <p:nvPr/>
        </p:nvSpPr>
        <p:spPr>
          <a:xfrm>
            <a:off x="7004424" y="5321757"/>
            <a:ext cx="1459595" cy="369332"/>
          </a:xfrm>
          <a:prstGeom prst="rect">
            <a:avLst/>
          </a:prstGeom>
          <a:noFill/>
        </p:spPr>
        <p:txBody>
          <a:bodyPr wrap="square">
            <a:spAutoFit/>
          </a:bodyPr>
          <a:lstStyle/>
          <a:p>
            <a:pPr algn="ctr"/>
            <a:r>
              <a:rPr lang="en-ID">
                <a:latin typeface="Poppins Medium" pitchFamily="2" charset="77"/>
                <a:cs typeface="Poppins Medium" pitchFamily="2" charset="77"/>
              </a:rPr>
              <a:t>Holly Anne</a:t>
            </a:r>
          </a:p>
        </p:txBody>
      </p:sp>
      <p:sp>
        <p:nvSpPr>
          <p:cNvPr id="20" name="TextBox 19">
            <a:extLst>
              <a:ext uri="{FF2B5EF4-FFF2-40B4-BE49-F238E27FC236}">
                <a16:creationId xmlns:a16="http://schemas.microsoft.com/office/drawing/2014/main" id="{340AFC4C-4AE6-B6D6-C27F-A477E287F015}"/>
              </a:ext>
            </a:extLst>
          </p:cNvPr>
          <p:cNvSpPr txBox="1"/>
          <p:nvPr/>
        </p:nvSpPr>
        <p:spPr>
          <a:xfrm>
            <a:off x="6737050" y="5691089"/>
            <a:ext cx="1986296" cy="338554"/>
          </a:xfrm>
          <a:prstGeom prst="rect">
            <a:avLst/>
          </a:prstGeom>
          <a:noFill/>
        </p:spPr>
        <p:txBody>
          <a:bodyPr wrap="square">
            <a:spAutoFit/>
          </a:bodyPr>
          <a:lstStyle/>
          <a:p>
            <a:pPr algn="ct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Option Here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22" name="Group 21">
            <a:extLst>
              <a:ext uri="{FF2B5EF4-FFF2-40B4-BE49-F238E27FC236}">
                <a16:creationId xmlns:a16="http://schemas.microsoft.com/office/drawing/2014/main" id="{E75DFFD8-8BF5-5B9B-A532-CA00FAA9BE9D}"/>
              </a:ext>
            </a:extLst>
          </p:cNvPr>
          <p:cNvGrpSpPr/>
          <p:nvPr/>
        </p:nvGrpSpPr>
        <p:grpSpPr>
          <a:xfrm>
            <a:off x="9869198" y="6205535"/>
            <a:ext cx="979455" cy="210618"/>
            <a:chOff x="1394846" y="2910954"/>
            <a:chExt cx="1466369" cy="315323"/>
          </a:xfrm>
        </p:grpSpPr>
        <p:pic>
          <p:nvPicPr>
            <p:cNvPr id="23" name="Graphic 22" descr="Receiver">
              <a:extLst>
                <a:ext uri="{FF2B5EF4-FFF2-40B4-BE49-F238E27FC236}">
                  <a16:creationId xmlns:a16="http://schemas.microsoft.com/office/drawing/2014/main" id="{2AB121A5-A16C-FCBB-AC69-AD09EB4DAF3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02622" y="2956754"/>
              <a:ext cx="237568" cy="237568"/>
            </a:xfrm>
            <a:prstGeom prst="rect">
              <a:avLst/>
            </a:prstGeom>
          </p:spPr>
        </p:pic>
        <p:pic>
          <p:nvPicPr>
            <p:cNvPr id="24" name="Graphic 23" descr="House">
              <a:extLst>
                <a:ext uri="{FF2B5EF4-FFF2-40B4-BE49-F238E27FC236}">
                  <a16:creationId xmlns:a16="http://schemas.microsoft.com/office/drawing/2014/main" id="{C70F4174-B29D-CB81-927D-F38AF60AD10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5892" y="2910954"/>
              <a:ext cx="315323" cy="315323"/>
            </a:xfrm>
            <a:prstGeom prst="rect">
              <a:avLst/>
            </a:prstGeom>
          </p:spPr>
        </p:pic>
        <p:pic>
          <p:nvPicPr>
            <p:cNvPr id="25" name="Graphic 24" descr="Email">
              <a:extLst>
                <a:ext uri="{FF2B5EF4-FFF2-40B4-BE49-F238E27FC236}">
                  <a16:creationId xmlns:a16="http://schemas.microsoft.com/office/drawing/2014/main" id="{12CD72B3-17EE-61C8-7937-49BAD6C20E5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94846" y="2933588"/>
              <a:ext cx="260734" cy="260735"/>
            </a:xfrm>
            <a:prstGeom prst="rect">
              <a:avLst/>
            </a:prstGeom>
          </p:spPr>
        </p:pic>
      </p:grpSp>
      <p:sp>
        <p:nvSpPr>
          <p:cNvPr id="26" name="TextBox 25">
            <a:extLst>
              <a:ext uri="{FF2B5EF4-FFF2-40B4-BE49-F238E27FC236}">
                <a16:creationId xmlns:a16="http://schemas.microsoft.com/office/drawing/2014/main" id="{5D501037-A03F-F984-D79A-E7751C3306B9}"/>
              </a:ext>
            </a:extLst>
          </p:cNvPr>
          <p:cNvSpPr txBox="1"/>
          <p:nvPr/>
        </p:nvSpPr>
        <p:spPr>
          <a:xfrm>
            <a:off x="9604567" y="5343101"/>
            <a:ext cx="1459595" cy="369332"/>
          </a:xfrm>
          <a:prstGeom prst="rect">
            <a:avLst/>
          </a:prstGeom>
          <a:noFill/>
        </p:spPr>
        <p:txBody>
          <a:bodyPr wrap="square">
            <a:spAutoFit/>
          </a:bodyPr>
          <a:lstStyle/>
          <a:p>
            <a:pPr algn="ctr"/>
            <a:r>
              <a:rPr lang="en-ID">
                <a:latin typeface="Poppins Medium" pitchFamily="2" charset="77"/>
                <a:cs typeface="Poppins Medium" pitchFamily="2" charset="77"/>
              </a:rPr>
              <a:t>Kiara Leth</a:t>
            </a:r>
          </a:p>
        </p:txBody>
      </p:sp>
      <p:sp>
        <p:nvSpPr>
          <p:cNvPr id="27" name="TextBox 26">
            <a:extLst>
              <a:ext uri="{FF2B5EF4-FFF2-40B4-BE49-F238E27FC236}">
                <a16:creationId xmlns:a16="http://schemas.microsoft.com/office/drawing/2014/main" id="{B0E474B5-54E2-5530-11C1-1BED0CBE6E6A}"/>
              </a:ext>
            </a:extLst>
          </p:cNvPr>
          <p:cNvSpPr txBox="1"/>
          <p:nvPr/>
        </p:nvSpPr>
        <p:spPr>
          <a:xfrm>
            <a:off x="9337193" y="5712433"/>
            <a:ext cx="1986296" cy="338554"/>
          </a:xfrm>
          <a:prstGeom prst="rect">
            <a:avLst/>
          </a:prstGeom>
          <a:noFill/>
        </p:spPr>
        <p:txBody>
          <a:bodyPr wrap="square">
            <a:spAutoFit/>
          </a:bodyPr>
          <a:lstStyle/>
          <a:p>
            <a:pPr algn="ct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Option Here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39A33755-3615-EB49-2F61-1A37C5FFD47E}"/>
              </a:ext>
            </a:extLst>
          </p:cNvPr>
          <p:cNvSpPr txBox="1"/>
          <p:nvPr/>
        </p:nvSpPr>
        <p:spPr>
          <a:xfrm>
            <a:off x="702612" y="2333072"/>
            <a:ext cx="2651486" cy="646331"/>
          </a:xfrm>
          <a:prstGeom prst="rect">
            <a:avLst/>
          </a:prstGeom>
          <a:noFill/>
        </p:spPr>
        <p:txBody>
          <a:bodyPr wrap="square">
            <a:spAutoFit/>
          </a:bodyPr>
          <a:lstStyle/>
          <a:p>
            <a:r>
              <a:rPr lang="en-ID" sz="3600" b="1">
                <a:solidFill>
                  <a:schemeClr val="tx1">
                    <a:lumMod val="75000"/>
                    <a:lumOff val="25000"/>
                  </a:schemeClr>
                </a:solidFill>
                <a:latin typeface="Poppins SemiBold" pitchFamily="2" charset="77"/>
                <a:cs typeface="Poppins SemiBold" pitchFamily="2" charset="77"/>
              </a:rPr>
              <a:t>Best </a:t>
            </a:r>
            <a:r>
              <a:rPr lang="en-ID" sz="3600" b="1">
                <a:solidFill>
                  <a:schemeClr val="accent1"/>
                </a:solidFill>
                <a:latin typeface="Poppins SemiBold" pitchFamily="2" charset="77"/>
                <a:cs typeface="Poppins SemiBold" pitchFamily="2" charset="77"/>
              </a:rPr>
              <a:t>Team</a:t>
            </a:r>
            <a:endParaRPr lang="en-US" sz="3600" b="1">
              <a:solidFill>
                <a:schemeClr val="accent1"/>
              </a:solidFill>
              <a:latin typeface="Poppins SemiBold" pitchFamily="2" charset="77"/>
              <a:cs typeface="Poppins SemiBold" pitchFamily="2" charset="77"/>
            </a:endParaRPr>
          </a:p>
        </p:txBody>
      </p:sp>
      <p:sp>
        <p:nvSpPr>
          <p:cNvPr id="33" name="TextBox 32">
            <a:extLst>
              <a:ext uri="{FF2B5EF4-FFF2-40B4-BE49-F238E27FC236}">
                <a16:creationId xmlns:a16="http://schemas.microsoft.com/office/drawing/2014/main" id="{10278D41-E8FB-6BDA-FABF-C0043A3B2E24}"/>
              </a:ext>
            </a:extLst>
          </p:cNvPr>
          <p:cNvSpPr txBox="1"/>
          <p:nvPr/>
        </p:nvSpPr>
        <p:spPr>
          <a:xfrm>
            <a:off x="706077" y="3036437"/>
            <a:ext cx="2651486" cy="1446550"/>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ut consectetur adipiscing elit, sed do eiusmod tempor incididunt ut labore et dolore magna aliqua. Ut enim ad minim veniam, quis nostrud ad de.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34" name="Group 33">
            <a:extLst>
              <a:ext uri="{FF2B5EF4-FFF2-40B4-BE49-F238E27FC236}">
                <a16:creationId xmlns:a16="http://schemas.microsoft.com/office/drawing/2014/main" id="{A282964A-F85C-095C-EE42-890852188D62}"/>
              </a:ext>
            </a:extLst>
          </p:cNvPr>
          <p:cNvGrpSpPr/>
          <p:nvPr/>
        </p:nvGrpSpPr>
        <p:grpSpPr>
          <a:xfrm>
            <a:off x="788340" y="4704327"/>
            <a:ext cx="1260868" cy="320282"/>
            <a:chOff x="764132" y="5818742"/>
            <a:chExt cx="1260868" cy="320282"/>
          </a:xfrm>
        </p:grpSpPr>
        <p:sp>
          <p:nvSpPr>
            <p:cNvPr id="35" name="Rectangle: Rounded Corners 4">
              <a:extLst>
                <a:ext uri="{FF2B5EF4-FFF2-40B4-BE49-F238E27FC236}">
                  <a16:creationId xmlns:a16="http://schemas.microsoft.com/office/drawing/2014/main" id="{59E7EAE8-8ED4-FD3D-8E56-23606D4AC66A}"/>
                </a:ext>
              </a:extLst>
            </p:cNvPr>
            <p:cNvSpPr/>
            <p:nvPr/>
          </p:nvSpPr>
          <p:spPr>
            <a:xfrm>
              <a:off x="764132" y="5818742"/>
              <a:ext cx="1260868" cy="320282"/>
            </a:xfrm>
            <a:prstGeom prst="roundRect">
              <a:avLst>
                <a:gd name="adj" fmla="val 5000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5F30762-892A-45F9-20D4-345492DFD360}"/>
                </a:ext>
              </a:extLst>
            </p:cNvPr>
            <p:cNvSpPr txBox="1"/>
            <p:nvPr/>
          </p:nvSpPr>
          <p:spPr>
            <a:xfrm>
              <a:off x="870854" y="5855773"/>
              <a:ext cx="1047424" cy="246221"/>
            </a:xfrm>
            <a:prstGeom prst="rect">
              <a:avLst/>
            </a:prstGeom>
            <a:solidFill>
              <a:schemeClr val="accent1"/>
            </a:solidFill>
            <a:ln>
              <a:noFill/>
            </a:ln>
          </p:spPr>
          <p:txBody>
            <a:bodyPr wrap="square" anchor="ctr">
              <a:spAutoFit/>
            </a:bodyPr>
            <a:lstStyle/>
            <a:p>
              <a:pPr algn="ctr"/>
              <a:r>
                <a:rPr lang="en-ID" sz="1000" b="1" dirty="0">
                  <a:solidFill>
                    <a:schemeClr val="bg1"/>
                  </a:solidFill>
                  <a:latin typeface="Raleway" pitchFamily="2" charset="77"/>
                  <a:cs typeface="Poppins SemiBold" pitchFamily="2" charset="77"/>
                </a:rPr>
                <a:t>Read More</a:t>
              </a:r>
              <a:endParaRPr lang="en-US" sz="1000" b="1" dirty="0">
                <a:solidFill>
                  <a:schemeClr val="bg1"/>
                </a:solidFill>
                <a:latin typeface="Raleway" pitchFamily="2" charset="77"/>
                <a:cs typeface="Poppins SemiBold" pitchFamily="2" charset="77"/>
              </a:endParaRPr>
            </a:p>
          </p:txBody>
        </p:sp>
      </p:grpSp>
      <p:sp>
        <p:nvSpPr>
          <p:cNvPr id="2" name="Picture Placeholder 1">
            <a:extLst>
              <a:ext uri="{FF2B5EF4-FFF2-40B4-BE49-F238E27FC236}">
                <a16:creationId xmlns:a16="http://schemas.microsoft.com/office/drawing/2014/main" id="{E341BCE5-907E-6A38-C467-B65F3092A9C1}"/>
              </a:ext>
            </a:extLst>
          </p:cNvPr>
          <p:cNvSpPr>
            <a:spLocks noGrp="1"/>
          </p:cNvSpPr>
          <p:nvPr>
            <p:ph type="pic" sz="quarter" idx="10"/>
          </p:nvPr>
        </p:nvSpPr>
        <p:spPr/>
        <p:txBody>
          <a:bodyPr/>
          <a:lstStyle/>
          <a:p>
            <a:endParaRPr lang="zh-TW" altLang="en-US"/>
          </a:p>
        </p:txBody>
      </p:sp>
      <p:sp>
        <p:nvSpPr>
          <p:cNvPr id="3" name="Picture Placeholder 2">
            <a:extLst>
              <a:ext uri="{FF2B5EF4-FFF2-40B4-BE49-F238E27FC236}">
                <a16:creationId xmlns:a16="http://schemas.microsoft.com/office/drawing/2014/main" id="{F9644F4B-AA1C-6005-250D-FA472272D8B1}"/>
              </a:ext>
            </a:extLst>
          </p:cNvPr>
          <p:cNvSpPr>
            <a:spLocks noGrp="1"/>
          </p:cNvSpPr>
          <p:nvPr>
            <p:ph type="pic" sz="quarter" idx="11"/>
          </p:nvPr>
        </p:nvSpPr>
        <p:spPr/>
        <p:txBody>
          <a:bodyPr/>
          <a:lstStyle/>
          <a:p>
            <a:endParaRPr lang="zh-TW" altLang="en-US"/>
          </a:p>
        </p:txBody>
      </p:sp>
      <p:sp>
        <p:nvSpPr>
          <p:cNvPr id="4" name="Picture Placeholder 3">
            <a:extLst>
              <a:ext uri="{FF2B5EF4-FFF2-40B4-BE49-F238E27FC236}">
                <a16:creationId xmlns:a16="http://schemas.microsoft.com/office/drawing/2014/main" id="{274E29BC-7DEE-6B61-3C83-EDDFFA48DAAD}"/>
              </a:ext>
            </a:extLst>
          </p:cNvPr>
          <p:cNvSpPr>
            <a:spLocks noGrp="1"/>
          </p:cNvSpPr>
          <p:nvPr>
            <p:ph type="pic" sz="quarter" idx="12"/>
          </p:nvPr>
        </p:nvSpPr>
        <p:spPr/>
        <p:txBody>
          <a:bodyPr/>
          <a:lstStyle/>
          <a:p>
            <a:endParaRPr lang="zh-TW" altLang="en-US"/>
          </a:p>
        </p:txBody>
      </p:sp>
    </p:spTree>
    <p:extLst>
      <p:ext uri="{BB962C8B-B14F-4D97-AF65-F5344CB8AC3E}">
        <p14:creationId xmlns:p14="http://schemas.microsoft.com/office/powerpoint/2010/main" val="4267285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504A9914-4C5A-C450-104F-35418AD9EACB}"/>
              </a:ext>
            </a:extLst>
          </p:cNvPr>
          <p:cNvSpPr/>
          <p:nvPr/>
        </p:nvSpPr>
        <p:spPr>
          <a:xfrm>
            <a:off x="3885044" y="4460676"/>
            <a:ext cx="2210955" cy="1660724"/>
          </a:xfrm>
          <a:prstGeom prst="roundRect">
            <a:avLst>
              <a:gd name="adj" fmla="val 8308"/>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90892DC-9DD9-24AD-AF94-9E0A0D05599D}"/>
              </a:ext>
            </a:extLst>
          </p:cNvPr>
          <p:cNvSpPr txBox="1"/>
          <p:nvPr/>
        </p:nvSpPr>
        <p:spPr>
          <a:xfrm>
            <a:off x="6653643" y="1935764"/>
            <a:ext cx="4941457"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Pink</a:t>
            </a:r>
            <a:r>
              <a:rPr lang="en-ID" sz="3600" b="1">
                <a:latin typeface="Poppins SemiBold" pitchFamily="2" charset="77"/>
                <a:cs typeface="Poppins SemiBold" pitchFamily="2" charset="77"/>
              </a:rPr>
              <a:t> Through the Decades 50s to </a:t>
            </a:r>
            <a:r>
              <a:rPr lang="en-ID" sz="3600" b="1">
                <a:solidFill>
                  <a:schemeClr val="accent1"/>
                </a:solidFill>
                <a:latin typeface="Poppins SemiBold" pitchFamily="2" charset="77"/>
                <a:cs typeface="Poppins SemiBold" pitchFamily="2" charset="77"/>
              </a:rPr>
              <a:t>Now</a:t>
            </a:r>
            <a:endParaRPr lang="en-US" sz="3600" b="1">
              <a:solidFill>
                <a:schemeClr val="accent1"/>
              </a:solidFill>
              <a:latin typeface="Poppins SemiBold" pitchFamily="2" charset="77"/>
              <a:cs typeface="Poppins SemiBold" pitchFamily="2" charset="77"/>
            </a:endParaRPr>
          </a:p>
        </p:txBody>
      </p:sp>
      <p:sp>
        <p:nvSpPr>
          <p:cNvPr id="7" name="TextBox 6">
            <a:extLst>
              <a:ext uri="{FF2B5EF4-FFF2-40B4-BE49-F238E27FC236}">
                <a16:creationId xmlns:a16="http://schemas.microsoft.com/office/drawing/2014/main" id="{C7E0A712-A13F-BE7B-1120-441D9229F8BF}"/>
              </a:ext>
            </a:extLst>
          </p:cNvPr>
          <p:cNvSpPr txBox="1"/>
          <p:nvPr/>
        </p:nvSpPr>
        <p:spPr>
          <a:xfrm>
            <a:off x="6653643" y="3343123"/>
            <a:ext cx="1447328" cy="523220"/>
          </a:xfrm>
          <a:prstGeom prst="rect">
            <a:avLst/>
          </a:prstGeom>
          <a:noFill/>
        </p:spPr>
        <p:txBody>
          <a:bodyPr wrap="square">
            <a:spAutoFit/>
          </a:bodyPr>
          <a:lstStyle/>
          <a:p>
            <a:r>
              <a:rPr lang="en-ID" sz="2800" b="1">
                <a:solidFill>
                  <a:schemeClr val="accent1"/>
                </a:solidFill>
                <a:latin typeface="Poppins SemiBold" pitchFamily="2" charset="77"/>
                <a:cs typeface="Poppins SemiBold" pitchFamily="2" charset="77"/>
              </a:rPr>
              <a:t>$40,1%</a:t>
            </a:r>
            <a:endParaRPr lang="en-US" sz="2800" b="1">
              <a:solidFill>
                <a:schemeClr val="accent1"/>
              </a:solidFill>
              <a:latin typeface="Poppins SemiBold" pitchFamily="2" charset="77"/>
              <a:cs typeface="Poppins SemiBold" pitchFamily="2" charset="77"/>
            </a:endParaRPr>
          </a:p>
        </p:txBody>
      </p:sp>
      <p:sp>
        <p:nvSpPr>
          <p:cNvPr id="8" name="TextBox 7">
            <a:extLst>
              <a:ext uri="{FF2B5EF4-FFF2-40B4-BE49-F238E27FC236}">
                <a16:creationId xmlns:a16="http://schemas.microsoft.com/office/drawing/2014/main" id="{FCCD6423-5A82-BC04-0948-CB04FCC35FFA}"/>
              </a:ext>
            </a:extLst>
          </p:cNvPr>
          <p:cNvSpPr txBox="1"/>
          <p:nvPr/>
        </p:nvSpPr>
        <p:spPr>
          <a:xfrm>
            <a:off x="6653643" y="3845123"/>
            <a:ext cx="2210955"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9" name="TextBox 8">
            <a:extLst>
              <a:ext uri="{FF2B5EF4-FFF2-40B4-BE49-F238E27FC236}">
                <a16:creationId xmlns:a16="http://schemas.microsoft.com/office/drawing/2014/main" id="{6775B87E-3602-BB30-A38C-23F98033CA49}"/>
              </a:ext>
            </a:extLst>
          </p:cNvPr>
          <p:cNvSpPr txBox="1"/>
          <p:nvPr/>
        </p:nvSpPr>
        <p:spPr>
          <a:xfrm>
            <a:off x="9127359" y="3343123"/>
            <a:ext cx="1447328" cy="523220"/>
          </a:xfrm>
          <a:prstGeom prst="rect">
            <a:avLst/>
          </a:prstGeom>
          <a:noFill/>
        </p:spPr>
        <p:txBody>
          <a:bodyPr wrap="square">
            <a:spAutoFit/>
          </a:bodyPr>
          <a:lstStyle/>
          <a:p>
            <a:r>
              <a:rPr lang="en-ID" sz="2800" b="1">
                <a:solidFill>
                  <a:schemeClr val="accent2"/>
                </a:solidFill>
                <a:latin typeface="Poppins SemiBold" pitchFamily="2" charset="77"/>
                <a:cs typeface="Poppins SemiBold" pitchFamily="2" charset="77"/>
              </a:rPr>
              <a:t>$87,3K</a:t>
            </a:r>
            <a:endParaRPr lang="en-US" sz="2800" b="1">
              <a:solidFill>
                <a:schemeClr val="accent2"/>
              </a:solidFill>
              <a:latin typeface="Poppins SemiBold" pitchFamily="2" charset="77"/>
              <a:cs typeface="Poppins SemiBold" pitchFamily="2" charset="77"/>
            </a:endParaRPr>
          </a:p>
        </p:txBody>
      </p:sp>
      <p:sp>
        <p:nvSpPr>
          <p:cNvPr id="10" name="TextBox 9">
            <a:extLst>
              <a:ext uri="{FF2B5EF4-FFF2-40B4-BE49-F238E27FC236}">
                <a16:creationId xmlns:a16="http://schemas.microsoft.com/office/drawing/2014/main" id="{928040DF-0A97-1553-291C-B5F1A011D522}"/>
              </a:ext>
            </a:extLst>
          </p:cNvPr>
          <p:cNvSpPr txBox="1"/>
          <p:nvPr/>
        </p:nvSpPr>
        <p:spPr>
          <a:xfrm>
            <a:off x="9127359" y="3845123"/>
            <a:ext cx="2210955"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1" name="TextBox 10">
            <a:extLst>
              <a:ext uri="{FF2B5EF4-FFF2-40B4-BE49-F238E27FC236}">
                <a16:creationId xmlns:a16="http://schemas.microsoft.com/office/drawing/2014/main" id="{22EDD533-63C3-20F7-433F-5A084F772352}"/>
              </a:ext>
            </a:extLst>
          </p:cNvPr>
          <p:cNvSpPr txBox="1"/>
          <p:nvPr/>
        </p:nvSpPr>
        <p:spPr>
          <a:xfrm>
            <a:off x="6653643" y="4686300"/>
            <a:ext cx="4941457"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de si eiusmod tempor incididunt ut labore et dolore magna aliqua. Ut enim ad minim veniam, quis nostrud exercitation ullamco laboris nisi ut si</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6" name="Freeform 15">
            <a:extLst>
              <a:ext uri="{FF2B5EF4-FFF2-40B4-BE49-F238E27FC236}">
                <a16:creationId xmlns:a16="http://schemas.microsoft.com/office/drawing/2014/main" id="{224A038F-6F74-1E1F-405A-6BF31F27F002}"/>
              </a:ext>
            </a:extLst>
          </p:cNvPr>
          <p:cNvSpPr/>
          <p:nvPr/>
        </p:nvSpPr>
        <p:spPr>
          <a:xfrm>
            <a:off x="4788844" y="4779828"/>
            <a:ext cx="553825" cy="553775"/>
          </a:xfrm>
          <a:custGeom>
            <a:avLst/>
            <a:gdLst>
              <a:gd name="connsiteX0" fmla="*/ 401261 w 738192"/>
              <a:gd name="connsiteY0" fmla="*/ 357712 h 738125"/>
              <a:gd name="connsiteX1" fmla="*/ 483986 w 738192"/>
              <a:gd name="connsiteY1" fmla="*/ 450158 h 738125"/>
              <a:gd name="connsiteX2" fmla="*/ 513707 w 738192"/>
              <a:gd name="connsiteY2" fmla="*/ 570156 h 738125"/>
              <a:gd name="connsiteX3" fmla="*/ 498851 w 738192"/>
              <a:gd name="connsiteY3" fmla="*/ 656378 h 738125"/>
              <a:gd name="connsiteX4" fmla="*/ 455800 w 738192"/>
              <a:gd name="connsiteY4" fmla="*/ 732647 h 738125"/>
              <a:gd name="connsiteX5" fmla="*/ 451316 w 738192"/>
              <a:gd name="connsiteY5" fmla="*/ 738125 h 738125"/>
              <a:gd name="connsiteX6" fmla="*/ 444218 w 738192"/>
              <a:gd name="connsiteY6" fmla="*/ 738125 h 738125"/>
              <a:gd name="connsiteX7" fmla="*/ 69488 w 738192"/>
              <a:gd name="connsiteY7" fmla="*/ 738125 h 738125"/>
              <a:gd name="connsiteX8" fmla="*/ 62502 w 738192"/>
              <a:gd name="connsiteY8" fmla="*/ 738125 h 738125"/>
              <a:gd name="connsiteX9" fmla="*/ 58019 w 738192"/>
              <a:gd name="connsiteY9" fmla="*/ 732647 h 738125"/>
              <a:gd name="connsiteX10" fmla="*/ 14856 w 738192"/>
              <a:gd name="connsiteY10" fmla="*/ 656378 h 738125"/>
              <a:gd name="connsiteX11" fmla="*/ 0 w 738192"/>
              <a:gd name="connsiteY11" fmla="*/ 570156 h 738125"/>
              <a:gd name="connsiteX12" fmla="*/ 29721 w 738192"/>
              <a:gd name="connsiteY12" fmla="*/ 450158 h 738125"/>
              <a:gd name="connsiteX13" fmla="*/ 112446 w 738192"/>
              <a:gd name="connsiteY13" fmla="*/ 357712 h 738125"/>
              <a:gd name="connsiteX14" fmla="*/ 120864 w 738192"/>
              <a:gd name="connsiteY14" fmla="*/ 355080 h 738125"/>
              <a:gd name="connsiteX15" fmla="*/ 165346 w 738192"/>
              <a:gd name="connsiteY15" fmla="*/ 355080 h 738125"/>
              <a:gd name="connsiteX16" fmla="*/ 165346 w 738192"/>
              <a:gd name="connsiteY16" fmla="*/ 186896 h 738125"/>
              <a:gd name="connsiteX17" fmla="*/ 173216 w 738192"/>
              <a:gd name="connsiteY17" fmla="*/ 167882 h 738125"/>
              <a:gd name="connsiteX18" fmla="*/ 192230 w 738192"/>
              <a:gd name="connsiteY18" fmla="*/ 160013 h 738125"/>
              <a:gd name="connsiteX19" fmla="*/ 241950 w 738192"/>
              <a:gd name="connsiteY19" fmla="*/ 160013 h 738125"/>
              <a:gd name="connsiteX20" fmla="*/ 241950 w 738192"/>
              <a:gd name="connsiteY20" fmla="*/ 85698 h 738125"/>
              <a:gd name="connsiteX21" fmla="*/ 192778 w 738192"/>
              <a:gd name="connsiteY21" fmla="*/ 85698 h 738125"/>
              <a:gd name="connsiteX22" fmla="*/ 166984 w 738192"/>
              <a:gd name="connsiteY22" fmla="*/ 70730 h 738125"/>
              <a:gd name="connsiteX23" fmla="*/ 146984 w 738192"/>
              <a:gd name="connsiteY23" fmla="*/ 70730 h 738125"/>
              <a:gd name="connsiteX24" fmla="*/ 132016 w 738192"/>
              <a:gd name="connsiteY24" fmla="*/ 55754 h 738125"/>
              <a:gd name="connsiteX25" fmla="*/ 146984 w 738192"/>
              <a:gd name="connsiteY25" fmla="*/ 40898 h 738125"/>
              <a:gd name="connsiteX26" fmla="*/ 166984 w 738192"/>
              <a:gd name="connsiteY26" fmla="*/ 40898 h 738125"/>
              <a:gd name="connsiteX27" fmla="*/ 192778 w 738192"/>
              <a:gd name="connsiteY27" fmla="*/ 25930 h 738125"/>
              <a:gd name="connsiteX28" fmla="*/ 316488 w 738192"/>
              <a:gd name="connsiteY28" fmla="*/ 25930 h 738125"/>
              <a:gd name="connsiteX29" fmla="*/ 342283 w 738192"/>
              <a:gd name="connsiteY29" fmla="*/ 40898 h 738125"/>
              <a:gd name="connsiteX30" fmla="*/ 454077 w 738192"/>
              <a:gd name="connsiteY30" fmla="*/ 40898 h 738125"/>
              <a:gd name="connsiteX31" fmla="*/ 511341 w 738192"/>
              <a:gd name="connsiteY31" fmla="*/ 3745 h 738125"/>
              <a:gd name="connsiteX32" fmla="*/ 614065 w 738192"/>
              <a:gd name="connsiteY32" fmla="*/ 8657 h 738125"/>
              <a:gd name="connsiteX33" fmla="*/ 706297 w 738192"/>
              <a:gd name="connsiteY33" fmla="*/ 54554 h 738125"/>
              <a:gd name="connsiteX34" fmla="*/ 736566 w 738192"/>
              <a:gd name="connsiteY34" fmla="*/ 125260 h 738125"/>
              <a:gd name="connsiteX35" fmla="*/ 675599 w 738192"/>
              <a:gd name="connsiteY35" fmla="*/ 172143 h 738125"/>
              <a:gd name="connsiteX36" fmla="*/ 572754 w 738192"/>
              <a:gd name="connsiteY36" fmla="*/ 167325 h 738125"/>
              <a:gd name="connsiteX37" fmla="*/ 480634 w 738192"/>
              <a:gd name="connsiteY37" fmla="*/ 121325 h 738125"/>
              <a:gd name="connsiteX38" fmla="*/ 449276 w 738192"/>
              <a:gd name="connsiteY38" fmla="*/ 70730 h 738125"/>
              <a:gd name="connsiteX39" fmla="*/ 342283 w 738192"/>
              <a:gd name="connsiteY39" fmla="*/ 70730 h 738125"/>
              <a:gd name="connsiteX40" fmla="*/ 316488 w 738192"/>
              <a:gd name="connsiteY40" fmla="*/ 85698 h 738125"/>
              <a:gd name="connsiteX41" fmla="*/ 271791 w 738192"/>
              <a:gd name="connsiteY41" fmla="*/ 85698 h 738125"/>
              <a:gd name="connsiteX42" fmla="*/ 271791 w 738192"/>
              <a:gd name="connsiteY42" fmla="*/ 160013 h 738125"/>
              <a:gd name="connsiteX43" fmla="*/ 321631 w 738192"/>
              <a:gd name="connsiteY43" fmla="*/ 160013 h 738125"/>
              <a:gd name="connsiteX44" fmla="*/ 340645 w 738192"/>
              <a:gd name="connsiteY44" fmla="*/ 167882 h 738125"/>
              <a:gd name="connsiteX45" fmla="*/ 348515 w 738192"/>
              <a:gd name="connsiteY45" fmla="*/ 186896 h 738125"/>
              <a:gd name="connsiteX46" fmla="*/ 348515 w 738192"/>
              <a:gd name="connsiteY46" fmla="*/ 355080 h 738125"/>
              <a:gd name="connsiteX47" fmla="*/ 392886 w 738192"/>
              <a:gd name="connsiteY47" fmla="*/ 355080 h 738125"/>
              <a:gd name="connsiteX48" fmla="*/ 401261 w 738192"/>
              <a:gd name="connsiteY48" fmla="*/ 357712 h 738125"/>
              <a:gd name="connsiteX49" fmla="*/ 195153 w 738192"/>
              <a:gd name="connsiteY49" fmla="*/ 355080 h 738125"/>
              <a:gd name="connsiteX50" fmla="*/ 318537 w 738192"/>
              <a:gd name="connsiteY50" fmla="*/ 355080 h 738125"/>
              <a:gd name="connsiteX51" fmla="*/ 318537 w 738192"/>
              <a:gd name="connsiteY51" fmla="*/ 189854 h 738125"/>
              <a:gd name="connsiteX52" fmla="*/ 256900 w 738192"/>
              <a:gd name="connsiteY52" fmla="*/ 189854 h 738125"/>
              <a:gd name="connsiteX53" fmla="*/ 195153 w 738192"/>
              <a:gd name="connsiteY53" fmla="*/ 189854 h 738125"/>
              <a:gd name="connsiteX54" fmla="*/ 195153 w 738192"/>
              <a:gd name="connsiteY54" fmla="*/ 355080 h 738125"/>
              <a:gd name="connsiteX55" fmla="*/ 460377 w 738192"/>
              <a:gd name="connsiteY55" fmla="*/ 540100 h 738125"/>
              <a:gd name="connsiteX56" fmla="*/ 461475 w 738192"/>
              <a:gd name="connsiteY56" fmla="*/ 551022 h 738125"/>
              <a:gd name="connsiteX57" fmla="*/ 461801 w 738192"/>
              <a:gd name="connsiteY57" fmla="*/ 561849 h 738125"/>
              <a:gd name="connsiteX58" fmla="*/ 449670 w 738192"/>
              <a:gd name="connsiteY58" fmla="*/ 624788 h 738125"/>
              <a:gd name="connsiteX59" fmla="*/ 415029 w 738192"/>
              <a:gd name="connsiteY59" fmla="*/ 680089 h 738125"/>
              <a:gd name="connsiteX60" fmla="*/ 410554 w 738192"/>
              <a:gd name="connsiteY60" fmla="*/ 685001 h 738125"/>
              <a:gd name="connsiteX61" fmla="*/ 403987 w 738192"/>
              <a:gd name="connsiteY61" fmla="*/ 685001 h 738125"/>
              <a:gd name="connsiteX62" fmla="*/ 109693 w 738192"/>
              <a:gd name="connsiteY62" fmla="*/ 685001 h 738125"/>
              <a:gd name="connsiteX63" fmla="*/ 103136 w 738192"/>
              <a:gd name="connsiteY63" fmla="*/ 685001 h 738125"/>
              <a:gd name="connsiteX64" fmla="*/ 98652 w 738192"/>
              <a:gd name="connsiteY64" fmla="*/ 680089 h 738125"/>
              <a:gd name="connsiteX65" fmla="*/ 64011 w 738192"/>
              <a:gd name="connsiteY65" fmla="*/ 624788 h 738125"/>
              <a:gd name="connsiteX66" fmla="*/ 51881 w 738192"/>
              <a:gd name="connsiteY66" fmla="*/ 561849 h 738125"/>
              <a:gd name="connsiteX67" fmla="*/ 52318 w 738192"/>
              <a:gd name="connsiteY67" fmla="*/ 551022 h 738125"/>
              <a:gd name="connsiteX68" fmla="*/ 53407 w 738192"/>
              <a:gd name="connsiteY68" fmla="*/ 540100 h 738125"/>
              <a:gd name="connsiteX69" fmla="*/ 55044 w 738192"/>
              <a:gd name="connsiteY69" fmla="*/ 527087 h 738125"/>
              <a:gd name="connsiteX70" fmla="*/ 68151 w 738192"/>
              <a:gd name="connsiteY70" fmla="*/ 527087 h 738125"/>
              <a:gd name="connsiteX71" fmla="*/ 445616 w 738192"/>
              <a:gd name="connsiteY71" fmla="*/ 527087 h 738125"/>
              <a:gd name="connsiteX72" fmla="*/ 458620 w 738192"/>
              <a:gd name="connsiteY72" fmla="*/ 527087 h 738125"/>
              <a:gd name="connsiteX73" fmla="*/ 460377 w 738192"/>
              <a:gd name="connsiteY73" fmla="*/ 540100 h 738125"/>
              <a:gd name="connsiteX74" fmla="*/ 457651 w 738192"/>
              <a:gd name="connsiteY74" fmla="*/ 464148 h 738125"/>
              <a:gd name="connsiteX75" fmla="*/ 388257 w 738192"/>
              <a:gd name="connsiteY75" fmla="*/ 385032 h 738125"/>
              <a:gd name="connsiteX76" fmla="*/ 321915 w 738192"/>
              <a:gd name="connsiteY76" fmla="*/ 385032 h 738125"/>
              <a:gd name="connsiteX77" fmla="*/ 321597 w 738192"/>
              <a:gd name="connsiteY77" fmla="*/ 385032 h 738125"/>
              <a:gd name="connsiteX78" fmla="*/ 192204 w 738192"/>
              <a:gd name="connsiteY78" fmla="*/ 385032 h 738125"/>
              <a:gd name="connsiteX79" fmla="*/ 191767 w 738192"/>
              <a:gd name="connsiteY79" fmla="*/ 385032 h 738125"/>
              <a:gd name="connsiteX80" fmla="*/ 125536 w 738192"/>
              <a:gd name="connsiteY80" fmla="*/ 385032 h 738125"/>
              <a:gd name="connsiteX81" fmla="*/ 56030 w 738192"/>
              <a:gd name="connsiteY81" fmla="*/ 464148 h 738125"/>
              <a:gd name="connsiteX82" fmla="*/ 29918 w 738192"/>
              <a:gd name="connsiteY82" fmla="*/ 570156 h 738125"/>
              <a:gd name="connsiteX83" fmla="*/ 42922 w 738192"/>
              <a:gd name="connsiteY83" fmla="*/ 646425 h 738125"/>
              <a:gd name="connsiteX84" fmla="*/ 76681 w 738192"/>
              <a:gd name="connsiteY84" fmla="*/ 708284 h 738125"/>
              <a:gd name="connsiteX85" fmla="*/ 436992 w 738192"/>
              <a:gd name="connsiteY85" fmla="*/ 708284 h 738125"/>
              <a:gd name="connsiteX86" fmla="*/ 470750 w 738192"/>
              <a:gd name="connsiteY86" fmla="*/ 646425 h 738125"/>
              <a:gd name="connsiteX87" fmla="*/ 483866 w 738192"/>
              <a:gd name="connsiteY87" fmla="*/ 570156 h 738125"/>
              <a:gd name="connsiteX88" fmla="*/ 457651 w 738192"/>
              <a:gd name="connsiteY88" fmla="*/ 464148 h 738125"/>
              <a:gd name="connsiteX89" fmla="*/ 457651 w 738192"/>
              <a:gd name="connsiteY89" fmla="*/ 464148 h 7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738192" h="738125">
                <a:moveTo>
                  <a:pt x="401261" y="357712"/>
                </a:moveTo>
                <a:cubicBezTo>
                  <a:pt x="435792" y="381320"/>
                  <a:pt x="464312" y="413005"/>
                  <a:pt x="483986" y="450158"/>
                </a:cubicBezTo>
                <a:cubicBezTo>
                  <a:pt x="503000" y="486008"/>
                  <a:pt x="513707" y="526873"/>
                  <a:pt x="513707" y="570156"/>
                </a:cubicBezTo>
                <a:cubicBezTo>
                  <a:pt x="513707" y="600314"/>
                  <a:pt x="508469" y="629383"/>
                  <a:pt x="498851" y="656378"/>
                </a:cubicBezTo>
                <a:cubicBezTo>
                  <a:pt x="488907" y="684461"/>
                  <a:pt x="474153" y="710145"/>
                  <a:pt x="455800" y="732647"/>
                </a:cubicBezTo>
                <a:lnTo>
                  <a:pt x="451316" y="738125"/>
                </a:lnTo>
                <a:lnTo>
                  <a:pt x="444218" y="738125"/>
                </a:lnTo>
                <a:lnTo>
                  <a:pt x="69488" y="738125"/>
                </a:lnTo>
                <a:lnTo>
                  <a:pt x="62502" y="738125"/>
                </a:lnTo>
                <a:lnTo>
                  <a:pt x="58019" y="732647"/>
                </a:lnTo>
                <a:cubicBezTo>
                  <a:pt x="39562" y="710136"/>
                  <a:pt x="24912" y="684461"/>
                  <a:pt x="14856" y="656378"/>
                </a:cubicBezTo>
                <a:cubicBezTo>
                  <a:pt x="5237" y="629392"/>
                  <a:pt x="0" y="600314"/>
                  <a:pt x="0" y="570156"/>
                </a:cubicBezTo>
                <a:cubicBezTo>
                  <a:pt x="0" y="526873"/>
                  <a:pt x="10818" y="486008"/>
                  <a:pt x="29721" y="450158"/>
                </a:cubicBezTo>
                <a:cubicBezTo>
                  <a:pt x="49394" y="413005"/>
                  <a:pt x="77915" y="381320"/>
                  <a:pt x="112446" y="357712"/>
                </a:cubicBezTo>
                <a:lnTo>
                  <a:pt x="120864" y="355080"/>
                </a:lnTo>
                <a:lnTo>
                  <a:pt x="165346" y="355080"/>
                </a:lnTo>
                <a:lnTo>
                  <a:pt x="165346" y="186896"/>
                </a:lnTo>
                <a:cubicBezTo>
                  <a:pt x="165346" y="179464"/>
                  <a:pt x="168295" y="172795"/>
                  <a:pt x="173216" y="167882"/>
                </a:cubicBezTo>
                <a:cubicBezTo>
                  <a:pt x="178016" y="162970"/>
                  <a:pt x="184797" y="160013"/>
                  <a:pt x="192230" y="160013"/>
                </a:cubicBezTo>
                <a:lnTo>
                  <a:pt x="241950" y="160013"/>
                </a:lnTo>
                <a:lnTo>
                  <a:pt x="241950" y="85698"/>
                </a:lnTo>
                <a:lnTo>
                  <a:pt x="192778" y="85698"/>
                </a:lnTo>
                <a:cubicBezTo>
                  <a:pt x="181745" y="85698"/>
                  <a:pt x="172127" y="79697"/>
                  <a:pt x="166984" y="70730"/>
                </a:cubicBezTo>
                <a:lnTo>
                  <a:pt x="146984" y="70730"/>
                </a:lnTo>
                <a:cubicBezTo>
                  <a:pt x="138677" y="70730"/>
                  <a:pt x="132016" y="64061"/>
                  <a:pt x="132016" y="55754"/>
                </a:cubicBezTo>
                <a:cubicBezTo>
                  <a:pt x="132016" y="47567"/>
                  <a:pt x="138677" y="40898"/>
                  <a:pt x="146984" y="40898"/>
                </a:cubicBezTo>
                <a:lnTo>
                  <a:pt x="166984" y="40898"/>
                </a:lnTo>
                <a:cubicBezTo>
                  <a:pt x="172127" y="31931"/>
                  <a:pt x="181745" y="25930"/>
                  <a:pt x="192778" y="25930"/>
                </a:cubicBezTo>
                <a:lnTo>
                  <a:pt x="316488" y="25930"/>
                </a:lnTo>
                <a:cubicBezTo>
                  <a:pt x="327521" y="25930"/>
                  <a:pt x="337139" y="31931"/>
                  <a:pt x="342283" y="40898"/>
                </a:cubicBezTo>
                <a:lnTo>
                  <a:pt x="454077" y="40898"/>
                </a:lnTo>
                <a:cubicBezTo>
                  <a:pt x="463369" y="22321"/>
                  <a:pt x="484020" y="9643"/>
                  <a:pt x="511341" y="3745"/>
                </a:cubicBezTo>
                <a:cubicBezTo>
                  <a:pt x="539750" y="-2376"/>
                  <a:pt x="576252" y="-1167"/>
                  <a:pt x="614065" y="8657"/>
                </a:cubicBezTo>
                <a:cubicBezTo>
                  <a:pt x="651990" y="18490"/>
                  <a:pt x="684437" y="35317"/>
                  <a:pt x="706297" y="54554"/>
                </a:cubicBezTo>
                <a:cubicBezTo>
                  <a:pt x="730780" y="76182"/>
                  <a:pt x="742798" y="101437"/>
                  <a:pt x="736566" y="125260"/>
                </a:cubicBezTo>
                <a:cubicBezTo>
                  <a:pt x="730334" y="149083"/>
                  <a:pt x="707497" y="165370"/>
                  <a:pt x="675599" y="172143"/>
                </a:cubicBezTo>
                <a:cubicBezTo>
                  <a:pt x="647181" y="178375"/>
                  <a:pt x="610568" y="177175"/>
                  <a:pt x="572754" y="167325"/>
                </a:cubicBezTo>
                <a:cubicBezTo>
                  <a:pt x="534950" y="157493"/>
                  <a:pt x="502383" y="140562"/>
                  <a:pt x="480634" y="121325"/>
                </a:cubicBezTo>
                <a:cubicBezTo>
                  <a:pt x="462932" y="105809"/>
                  <a:pt x="451676" y="88218"/>
                  <a:pt x="449276" y="70730"/>
                </a:cubicBezTo>
                <a:lnTo>
                  <a:pt x="342283" y="70730"/>
                </a:lnTo>
                <a:cubicBezTo>
                  <a:pt x="337139" y="79697"/>
                  <a:pt x="327521" y="85698"/>
                  <a:pt x="316488" y="85698"/>
                </a:cubicBezTo>
                <a:lnTo>
                  <a:pt x="271791" y="85698"/>
                </a:lnTo>
                <a:lnTo>
                  <a:pt x="271791" y="160013"/>
                </a:lnTo>
                <a:lnTo>
                  <a:pt x="321631" y="160013"/>
                </a:lnTo>
                <a:cubicBezTo>
                  <a:pt x="329056" y="160013"/>
                  <a:pt x="335725" y="162970"/>
                  <a:pt x="340645" y="167882"/>
                </a:cubicBezTo>
                <a:cubicBezTo>
                  <a:pt x="345463" y="172795"/>
                  <a:pt x="348515" y="179464"/>
                  <a:pt x="348515" y="186896"/>
                </a:cubicBezTo>
                <a:lnTo>
                  <a:pt x="348515" y="355080"/>
                </a:lnTo>
                <a:lnTo>
                  <a:pt x="392886" y="355080"/>
                </a:lnTo>
                <a:lnTo>
                  <a:pt x="401261" y="357712"/>
                </a:lnTo>
                <a:close/>
                <a:moveTo>
                  <a:pt x="195153" y="355080"/>
                </a:moveTo>
                <a:lnTo>
                  <a:pt x="318537" y="355080"/>
                </a:lnTo>
                <a:lnTo>
                  <a:pt x="318537" y="189854"/>
                </a:lnTo>
                <a:lnTo>
                  <a:pt x="256900" y="189854"/>
                </a:lnTo>
                <a:lnTo>
                  <a:pt x="195153" y="189854"/>
                </a:lnTo>
                <a:lnTo>
                  <a:pt x="195153" y="355080"/>
                </a:lnTo>
                <a:close/>
                <a:moveTo>
                  <a:pt x="460377" y="540100"/>
                </a:moveTo>
                <a:cubicBezTo>
                  <a:pt x="460815" y="543924"/>
                  <a:pt x="461252" y="547636"/>
                  <a:pt x="461475" y="551022"/>
                </a:cubicBezTo>
                <a:cubicBezTo>
                  <a:pt x="461689" y="554956"/>
                  <a:pt x="461801" y="558557"/>
                  <a:pt x="461801" y="561849"/>
                </a:cubicBezTo>
                <a:cubicBezTo>
                  <a:pt x="461801" y="583811"/>
                  <a:pt x="457540" y="605011"/>
                  <a:pt x="449670" y="624788"/>
                </a:cubicBezTo>
                <a:cubicBezTo>
                  <a:pt x="441689" y="645113"/>
                  <a:pt x="429782" y="663810"/>
                  <a:pt x="415029" y="680089"/>
                </a:cubicBezTo>
                <a:lnTo>
                  <a:pt x="410554" y="685001"/>
                </a:lnTo>
                <a:lnTo>
                  <a:pt x="403987" y="685001"/>
                </a:lnTo>
                <a:lnTo>
                  <a:pt x="109693" y="685001"/>
                </a:lnTo>
                <a:lnTo>
                  <a:pt x="103136" y="685001"/>
                </a:lnTo>
                <a:lnTo>
                  <a:pt x="98652" y="680089"/>
                </a:lnTo>
                <a:cubicBezTo>
                  <a:pt x="83891" y="663810"/>
                  <a:pt x="72094" y="645113"/>
                  <a:pt x="64011" y="624788"/>
                </a:cubicBezTo>
                <a:cubicBezTo>
                  <a:pt x="56141" y="605011"/>
                  <a:pt x="51881" y="583811"/>
                  <a:pt x="51881" y="561849"/>
                </a:cubicBezTo>
                <a:cubicBezTo>
                  <a:pt x="51881" y="558557"/>
                  <a:pt x="51983" y="554956"/>
                  <a:pt x="52318" y="551022"/>
                </a:cubicBezTo>
                <a:cubicBezTo>
                  <a:pt x="52532" y="547636"/>
                  <a:pt x="52858" y="543924"/>
                  <a:pt x="53407" y="540100"/>
                </a:cubicBezTo>
                <a:lnTo>
                  <a:pt x="55044" y="527087"/>
                </a:lnTo>
                <a:lnTo>
                  <a:pt x="68151" y="527087"/>
                </a:lnTo>
                <a:lnTo>
                  <a:pt x="445616" y="527087"/>
                </a:lnTo>
                <a:lnTo>
                  <a:pt x="458620" y="527087"/>
                </a:lnTo>
                <a:lnTo>
                  <a:pt x="460377" y="540100"/>
                </a:lnTo>
                <a:close/>
                <a:moveTo>
                  <a:pt x="457651" y="464148"/>
                </a:moveTo>
                <a:cubicBezTo>
                  <a:pt x="440927" y="432678"/>
                  <a:pt x="417112" y="405581"/>
                  <a:pt x="388257" y="385032"/>
                </a:cubicBezTo>
                <a:lnTo>
                  <a:pt x="321915" y="385032"/>
                </a:lnTo>
                <a:lnTo>
                  <a:pt x="321597" y="385032"/>
                </a:lnTo>
                <a:lnTo>
                  <a:pt x="192204" y="385032"/>
                </a:lnTo>
                <a:lnTo>
                  <a:pt x="191767" y="385032"/>
                </a:lnTo>
                <a:lnTo>
                  <a:pt x="125536" y="385032"/>
                </a:lnTo>
                <a:cubicBezTo>
                  <a:pt x="96578" y="405581"/>
                  <a:pt x="72755" y="432687"/>
                  <a:pt x="56030" y="464148"/>
                </a:cubicBezTo>
                <a:cubicBezTo>
                  <a:pt x="39313" y="495738"/>
                  <a:pt x="29918" y="531802"/>
                  <a:pt x="29918" y="570156"/>
                </a:cubicBezTo>
                <a:cubicBezTo>
                  <a:pt x="29918" y="597039"/>
                  <a:pt x="34504" y="622722"/>
                  <a:pt x="42922" y="646425"/>
                </a:cubicBezTo>
                <a:cubicBezTo>
                  <a:pt x="51006" y="668825"/>
                  <a:pt x="62374" y="689699"/>
                  <a:pt x="76681" y="708284"/>
                </a:cubicBezTo>
                <a:lnTo>
                  <a:pt x="436992" y="708284"/>
                </a:lnTo>
                <a:cubicBezTo>
                  <a:pt x="451299" y="689699"/>
                  <a:pt x="462778" y="668834"/>
                  <a:pt x="470750" y="646425"/>
                </a:cubicBezTo>
                <a:cubicBezTo>
                  <a:pt x="479160" y="622713"/>
                  <a:pt x="483866" y="597030"/>
                  <a:pt x="483866" y="570156"/>
                </a:cubicBezTo>
                <a:cubicBezTo>
                  <a:pt x="483875" y="531794"/>
                  <a:pt x="474368" y="495729"/>
                  <a:pt x="457651" y="464148"/>
                </a:cubicBezTo>
                <a:lnTo>
                  <a:pt x="457651" y="464148"/>
                </a:lnTo>
                <a:close/>
              </a:path>
            </a:pathLst>
          </a:custGeom>
          <a:solidFill>
            <a:schemeClr val="accent2"/>
          </a:solidFill>
          <a:ln w="8572" cap="flat">
            <a:noFill/>
            <a:prstDash val="solid"/>
            <a:miter/>
          </a:ln>
        </p:spPr>
        <p:txBody>
          <a:bodyPr rtlCol="0" anchor="ctr"/>
          <a:lstStyle/>
          <a:p>
            <a:endParaRPr lang="en-US"/>
          </a:p>
        </p:txBody>
      </p:sp>
      <p:sp>
        <p:nvSpPr>
          <p:cNvPr id="17" name="TextBox 16">
            <a:extLst>
              <a:ext uri="{FF2B5EF4-FFF2-40B4-BE49-F238E27FC236}">
                <a16:creationId xmlns:a16="http://schemas.microsoft.com/office/drawing/2014/main" id="{B27BD901-2769-3CFB-77DA-F648B2ADA6BF}"/>
              </a:ext>
            </a:extLst>
          </p:cNvPr>
          <p:cNvSpPr txBox="1"/>
          <p:nvPr/>
        </p:nvSpPr>
        <p:spPr>
          <a:xfrm>
            <a:off x="4064208" y="5514756"/>
            <a:ext cx="1852624" cy="307777"/>
          </a:xfrm>
          <a:prstGeom prst="rect">
            <a:avLst/>
          </a:prstGeom>
          <a:noFill/>
        </p:spPr>
        <p:txBody>
          <a:bodyPr wrap="square">
            <a:spAutoFit/>
          </a:bodyPr>
          <a:lstStyle/>
          <a:p>
            <a:pPr algn="ctr"/>
            <a:r>
              <a:rPr lang="en-ID" sz="1400">
                <a:solidFill>
                  <a:schemeClr val="accent1"/>
                </a:solidFill>
                <a:latin typeface="Poppins Medium" pitchFamily="2" charset="77"/>
                <a:cs typeface="Poppins Medium" pitchFamily="2" charset="77"/>
              </a:rPr>
              <a:t>Fashion Trending</a:t>
            </a:r>
            <a:endParaRPr lang="en-US" sz="1400">
              <a:solidFill>
                <a:schemeClr val="accent1"/>
              </a:solidFill>
              <a:latin typeface="Poppins Medium" pitchFamily="2" charset="77"/>
              <a:cs typeface="Poppins Medium" pitchFamily="2" charset="77"/>
            </a:endParaRPr>
          </a:p>
        </p:txBody>
      </p:sp>
      <p:sp>
        <p:nvSpPr>
          <p:cNvPr id="2" name="Picture Placeholder 1">
            <a:extLst>
              <a:ext uri="{FF2B5EF4-FFF2-40B4-BE49-F238E27FC236}">
                <a16:creationId xmlns:a16="http://schemas.microsoft.com/office/drawing/2014/main" id="{8080BC51-BF94-EC02-27C0-5D89ECA54476}"/>
              </a:ext>
            </a:extLst>
          </p:cNvPr>
          <p:cNvSpPr>
            <a:spLocks noGrp="1"/>
          </p:cNvSpPr>
          <p:nvPr>
            <p:ph type="pic" sz="quarter" idx="10"/>
          </p:nvPr>
        </p:nvSpPr>
        <p:spPr/>
        <p:txBody>
          <a:bodyPr/>
          <a:lstStyle/>
          <a:p>
            <a:endParaRPr lang="zh-TW" altLang="en-US"/>
          </a:p>
        </p:txBody>
      </p:sp>
      <p:sp>
        <p:nvSpPr>
          <p:cNvPr id="5" name="Picture Placeholder 4">
            <a:extLst>
              <a:ext uri="{FF2B5EF4-FFF2-40B4-BE49-F238E27FC236}">
                <a16:creationId xmlns:a16="http://schemas.microsoft.com/office/drawing/2014/main" id="{D9A0935D-8FE2-4043-46C1-A00E82662C89}"/>
              </a:ext>
            </a:extLst>
          </p:cNvPr>
          <p:cNvSpPr>
            <a:spLocks noGrp="1"/>
          </p:cNvSpPr>
          <p:nvPr>
            <p:ph type="pic" sz="quarter" idx="11"/>
          </p:nvPr>
        </p:nvSpPr>
        <p:spPr/>
        <p:txBody>
          <a:bodyPr/>
          <a:lstStyle/>
          <a:p>
            <a:endParaRPr lang="zh-TW" altLang="en-US"/>
          </a:p>
        </p:txBody>
      </p:sp>
    </p:spTree>
    <p:extLst>
      <p:ext uri="{BB962C8B-B14F-4D97-AF65-F5344CB8AC3E}">
        <p14:creationId xmlns:p14="http://schemas.microsoft.com/office/powerpoint/2010/main" val="1902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D398C85E-A19A-8909-FBA5-5113C502E6D6}"/>
              </a:ext>
            </a:extLst>
          </p:cNvPr>
          <p:cNvSpPr/>
          <p:nvPr/>
        </p:nvSpPr>
        <p:spPr>
          <a:xfrm>
            <a:off x="844214" y="1590591"/>
            <a:ext cx="5180346" cy="5267409"/>
          </a:xfrm>
          <a:custGeom>
            <a:avLst/>
            <a:gdLst>
              <a:gd name="connsiteX0" fmla="*/ 1495716 w 2384238"/>
              <a:gd name="connsiteY0" fmla="*/ 2241421 h 2424309"/>
              <a:gd name="connsiteX1" fmla="*/ 2025579 w 2384238"/>
              <a:gd name="connsiteY1" fmla="*/ 1841781 h 2424309"/>
              <a:gd name="connsiteX2" fmla="*/ 1802131 w 2384238"/>
              <a:gd name="connsiteY2" fmla="*/ 279801 h 2424309"/>
              <a:gd name="connsiteX3" fmla="*/ 1220290 w 2384238"/>
              <a:gd name="connsiteY3" fmla="*/ 59446 h 2424309"/>
              <a:gd name="connsiteX4" fmla="*/ 3294 w 2384238"/>
              <a:gd name="connsiteY4" fmla="*/ 977349 h 2424309"/>
              <a:gd name="connsiteX5" fmla="*/ 55273 w 2384238"/>
              <a:gd name="connsiteY5" fmla="*/ 1597344 h 2424309"/>
              <a:gd name="connsiteX6" fmla="*/ 1495716 w 2384238"/>
              <a:gd name="connsiteY6" fmla="*/ 2241421 h 242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4238" h="2424309">
                <a:moveTo>
                  <a:pt x="1495716" y="2241421"/>
                </a:moveTo>
                <a:lnTo>
                  <a:pt x="2025579" y="1841781"/>
                </a:lnTo>
                <a:cubicBezTo>
                  <a:pt x="2591871" y="1414666"/>
                  <a:pt x="2465457" y="531011"/>
                  <a:pt x="1802131" y="279801"/>
                </a:cubicBezTo>
                <a:lnTo>
                  <a:pt x="1220290" y="59446"/>
                </a:lnTo>
                <a:cubicBezTo>
                  <a:pt x="600496" y="-175278"/>
                  <a:pt x="-52078" y="316921"/>
                  <a:pt x="3294" y="977349"/>
                </a:cubicBezTo>
                <a:lnTo>
                  <a:pt x="55273" y="1597344"/>
                </a:lnTo>
                <a:cubicBezTo>
                  <a:pt x="114531" y="2304164"/>
                  <a:pt x="929423" y="2668537"/>
                  <a:pt x="1495716" y="2241421"/>
                </a:cubicBezTo>
                <a:close/>
              </a:path>
            </a:pathLst>
          </a:custGeom>
          <a:solidFill>
            <a:schemeClr val="accent1"/>
          </a:solidFill>
          <a:ln w="6112" cap="flat">
            <a:noFill/>
            <a:prstDash val="solid"/>
            <a:miter/>
          </a:ln>
        </p:spPr>
        <p:txBody>
          <a:bodyPr rtlCol="0" anchor="ctr"/>
          <a:lstStyle/>
          <a:p>
            <a:endParaRPr lang="en-US"/>
          </a:p>
        </p:txBody>
      </p:sp>
      <p:sp>
        <p:nvSpPr>
          <p:cNvPr id="9" name="TextBox 8">
            <a:extLst>
              <a:ext uri="{FF2B5EF4-FFF2-40B4-BE49-F238E27FC236}">
                <a16:creationId xmlns:a16="http://schemas.microsoft.com/office/drawing/2014/main" id="{FC944589-FD5C-AB53-4AC4-9D9F6DD0538E}"/>
              </a:ext>
            </a:extLst>
          </p:cNvPr>
          <p:cNvSpPr txBox="1"/>
          <p:nvPr/>
        </p:nvSpPr>
        <p:spPr>
          <a:xfrm>
            <a:off x="6653151" y="2115945"/>
            <a:ext cx="4518422"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Mixing</a:t>
            </a:r>
            <a:r>
              <a:rPr lang="en-ID" sz="3600" b="1">
                <a:latin typeface="Poppins SemiBold" pitchFamily="2" charset="77"/>
                <a:cs typeface="Poppins SemiBold" pitchFamily="2" charset="77"/>
              </a:rPr>
              <a:t> Feminine and Edgy </a:t>
            </a:r>
            <a:r>
              <a:rPr lang="en-ID" sz="3600" b="1">
                <a:solidFill>
                  <a:schemeClr val="accent1"/>
                </a:solidFill>
                <a:latin typeface="Poppins SemiBold" pitchFamily="2" charset="77"/>
                <a:cs typeface="Poppins SemiBold" pitchFamily="2" charset="77"/>
              </a:rPr>
              <a:t>Wearing</a:t>
            </a:r>
            <a:endParaRPr lang="en-US" sz="3600" b="1">
              <a:solidFill>
                <a:schemeClr val="accent1"/>
              </a:solidFill>
              <a:latin typeface="Poppins SemiBold" pitchFamily="2" charset="77"/>
              <a:cs typeface="Poppins SemiBold" pitchFamily="2" charset="77"/>
            </a:endParaRPr>
          </a:p>
        </p:txBody>
      </p:sp>
      <p:sp>
        <p:nvSpPr>
          <p:cNvPr id="11" name="TextBox 10">
            <a:extLst>
              <a:ext uri="{FF2B5EF4-FFF2-40B4-BE49-F238E27FC236}">
                <a16:creationId xmlns:a16="http://schemas.microsoft.com/office/drawing/2014/main" id="{19BB75EF-546E-C48A-3A1D-68A21FEDE7BF}"/>
              </a:ext>
            </a:extLst>
          </p:cNvPr>
          <p:cNvSpPr txBox="1"/>
          <p:nvPr/>
        </p:nvSpPr>
        <p:spPr>
          <a:xfrm>
            <a:off x="6711553" y="3409122"/>
            <a:ext cx="4636233"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de si eiusmod tempor incididunt ut labore et dolore magna aliqua. Ut enim ad minim veniam, quis nostrud exercitation ullamco laboris</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4" name="Rounded Rectangle 13">
            <a:extLst>
              <a:ext uri="{FF2B5EF4-FFF2-40B4-BE49-F238E27FC236}">
                <a16:creationId xmlns:a16="http://schemas.microsoft.com/office/drawing/2014/main" id="{DF18AB39-2229-C95C-698B-B38EC7EC20B6}"/>
              </a:ext>
            </a:extLst>
          </p:cNvPr>
          <p:cNvSpPr/>
          <p:nvPr/>
        </p:nvSpPr>
        <p:spPr>
          <a:xfrm>
            <a:off x="6757421" y="4663910"/>
            <a:ext cx="896683" cy="762610"/>
          </a:xfrm>
          <a:prstGeom prst="roundRect">
            <a:avLst>
              <a:gd name="adj" fmla="val 8308"/>
            </a:avLst>
          </a:prstGeom>
          <a:solidFill>
            <a:schemeClr val="accent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48E1A55D-D685-1F43-4748-35FAE8FEA138}"/>
              </a:ext>
            </a:extLst>
          </p:cNvPr>
          <p:cNvSpPr/>
          <p:nvPr/>
        </p:nvSpPr>
        <p:spPr>
          <a:xfrm>
            <a:off x="7877123" y="4663910"/>
            <a:ext cx="896683" cy="762610"/>
          </a:xfrm>
          <a:prstGeom prst="roundRect">
            <a:avLst>
              <a:gd name="adj" fmla="val 8308"/>
            </a:avLst>
          </a:prstGeom>
          <a:solidFill>
            <a:schemeClr val="accent2"/>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0DC4528B-B148-0A49-12AF-4A2D0B02FFFF}"/>
              </a:ext>
            </a:extLst>
          </p:cNvPr>
          <p:cNvSpPr/>
          <p:nvPr/>
        </p:nvSpPr>
        <p:spPr>
          <a:xfrm>
            <a:off x="8996825" y="4663910"/>
            <a:ext cx="896683" cy="762610"/>
          </a:xfrm>
          <a:prstGeom prst="roundRect">
            <a:avLst>
              <a:gd name="adj" fmla="val 8308"/>
            </a:avLst>
          </a:prstGeom>
          <a:solidFill>
            <a:schemeClr val="accent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8372B85C-2FB0-0600-518B-0C8223CDFDF5}"/>
              </a:ext>
            </a:extLst>
          </p:cNvPr>
          <p:cNvSpPr/>
          <p:nvPr/>
        </p:nvSpPr>
        <p:spPr>
          <a:xfrm>
            <a:off x="8168294" y="4881653"/>
            <a:ext cx="309599" cy="329973"/>
          </a:xfrm>
          <a:custGeom>
            <a:avLst/>
            <a:gdLst>
              <a:gd name="connsiteX0" fmla="*/ 127739 w 692632"/>
              <a:gd name="connsiteY0" fmla="*/ 171458 h 738212"/>
              <a:gd name="connsiteX1" fmla="*/ 96595 w 692632"/>
              <a:gd name="connsiteY1" fmla="*/ 146221 h 738212"/>
              <a:gd name="connsiteX2" fmla="*/ 77804 w 692632"/>
              <a:gd name="connsiteY2" fmla="*/ 115514 h 738212"/>
              <a:gd name="connsiteX3" fmla="*/ 74306 w 692632"/>
              <a:gd name="connsiteY3" fmla="*/ 80976 h 738212"/>
              <a:gd name="connsiteX4" fmla="*/ 85228 w 692632"/>
              <a:gd name="connsiteY4" fmla="*/ 49738 h 738212"/>
              <a:gd name="connsiteX5" fmla="*/ 104567 w 692632"/>
              <a:gd name="connsiteY5" fmla="*/ 24920 h 738212"/>
              <a:gd name="connsiteX6" fmla="*/ 104567 w 692632"/>
              <a:gd name="connsiteY6" fmla="*/ 24920 h 738212"/>
              <a:gd name="connsiteX7" fmla="*/ 131999 w 692632"/>
              <a:gd name="connsiteY7" fmla="*/ 6558 h 738212"/>
              <a:gd name="connsiteX8" fmla="*/ 164566 w 692632"/>
              <a:gd name="connsiteY8" fmla="*/ 0 h 738212"/>
              <a:gd name="connsiteX9" fmla="*/ 165115 w 692632"/>
              <a:gd name="connsiteY9" fmla="*/ 0 h 738212"/>
              <a:gd name="connsiteX10" fmla="*/ 268276 w 692632"/>
              <a:gd name="connsiteY10" fmla="*/ 54967 h 738212"/>
              <a:gd name="connsiteX11" fmla="*/ 308927 w 692632"/>
              <a:gd name="connsiteY11" fmla="*/ 104362 h 738212"/>
              <a:gd name="connsiteX12" fmla="*/ 308927 w 692632"/>
              <a:gd name="connsiteY12" fmla="*/ 16502 h 738212"/>
              <a:gd name="connsiteX13" fmla="*/ 308927 w 692632"/>
              <a:gd name="connsiteY13" fmla="*/ 2075 h 738212"/>
              <a:gd name="connsiteX14" fmla="*/ 323355 w 692632"/>
              <a:gd name="connsiteY14" fmla="*/ 2075 h 738212"/>
              <a:gd name="connsiteX15" fmla="*/ 344229 w 692632"/>
              <a:gd name="connsiteY15" fmla="*/ 2075 h 738212"/>
              <a:gd name="connsiteX16" fmla="*/ 358656 w 692632"/>
              <a:gd name="connsiteY16" fmla="*/ 2075 h 738212"/>
              <a:gd name="connsiteX17" fmla="*/ 358656 w 692632"/>
              <a:gd name="connsiteY17" fmla="*/ 16502 h 738212"/>
              <a:gd name="connsiteX18" fmla="*/ 358656 w 692632"/>
              <a:gd name="connsiteY18" fmla="*/ 104362 h 738212"/>
              <a:gd name="connsiteX19" fmla="*/ 399418 w 692632"/>
              <a:gd name="connsiteY19" fmla="*/ 54967 h 738212"/>
              <a:gd name="connsiteX20" fmla="*/ 502477 w 692632"/>
              <a:gd name="connsiteY20" fmla="*/ 0 h 738212"/>
              <a:gd name="connsiteX21" fmla="*/ 503137 w 692632"/>
              <a:gd name="connsiteY21" fmla="*/ 0 h 738212"/>
              <a:gd name="connsiteX22" fmla="*/ 535593 w 692632"/>
              <a:gd name="connsiteY22" fmla="*/ 6558 h 738212"/>
              <a:gd name="connsiteX23" fmla="*/ 563025 w 692632"/>
              <a:gd name="connsiteY23" fmla="*/ 24920 h 738212"/>
              <a:gd name="connsiteX24" fmla="*/ 583461 w 692632"/>
              <a:gd name="connsiteY24" fmla="*/ 51580 h 738212"/>
              <a:gd name="connsiteX25" fmla="*/ 593294 w 692632"/>
              <a:gd name="connsiteY25" fmla="*/ 80976 h 738212"/>
              <a:gd name="connsiteX26" fmla="*/ 589797 w 692632"/>
              <a:gd name="connsiteY26" fmla="*/ 115514 h 738212"/>
              <a:gd name="connsiteX27" fmla="*/ 571006 w 692632"/>
              <a:gd name="connsiteY27" fmla="*/ 146221 h 738212"/>
              <a:gd name="connsiteX28" fmla="*/ 539862 w 692632"/>
              <a:gd name="connsiteY28" fmla="*/ 171458 h 738212"/>
              <a:gd name="connsiteX29" fmla="*/ 666735 w 692632"/>
              <a:gd name="connsiteY29" fmla="*/ 171458 h 738212"/>
              <a:gd name="connsiteX30" fmla="*/ 685097 w 692632"/>
              <a:gd name="connsiteY30" fmla="*/ 179114 h 738212"/>
              <a:gd name="connsiteX31" fmla="*/ 692632 w 692632"/>
              <a:gd name="connsiteY31" fmla="*/ 197365 h 738212"/>
              <a:gd name="connsiteX32" fmla="*/ 692632 w 692632"/>
              <a:gd name="connsiteY32" fmla="*/ 270265 h 738212"/>
              <a:gd name="connsiteX33" fmla="*/ 685097 w 692632"/>
              <a:gd name="connsiteY33" fmla="*/ 288507 h 738212"/>
              <a:gd name="connsiteX34" fmla="*/ 666735 w 692632"/>
              <a:gd name="connsiteY34" fmla="*/ 296163 h 738212"/>
              <a:gd name="connsiteX35" fmla="*/ 652093 w 692632"/>
              <a:gd name="connsiteY35" fmla="*/ 296163 h 738212"/>
              <a:gd name="connsiteX36" fmla="*/ 652093 w 692632"/>
              <a:gd name="connsiteY36" fmla="*/ 665209 h 738212"/>
              <a:gd name="connsiteX37" fmla="*/ 630670 w 692632"/>
              <a:gd name="connsiteY37" fmla="*/ 716686 h 738212"/>
              <a:gd name="connsiteX38" fmla="*/ 579090 w 692632"/>
              <a:gd name="connsiteY38" fmla="*/ 738212 h 738212"/>
              <a:gd name="connsiteX39" fmla="*/ 113543 w 692632"/>
              <a:gd name="connsiteY39" fmla="*/ 738212 h 738212"/>
              <a:gd name="connsiteX40" fmla="*/ 62073 w 692632"/>
              <a:gd name="connsiteY40" fmla="*/ 716686 h 738212"/>
              <a:gd name="connsiteX41" fmla="*/ 62073 w 692632"/>
              <a:gd name="connsiteY41" fmla="*/ 716686 h 738212"/>
              <a:gd name="connsiteX42" fmla="*/ 40548 w 692632"/>
              <a:gd name="connsiteY42" fmla="*/ 665209 h 738212"/>
              <a:gd name="connsiteX43" fmla="*/ 40548 w 692632"/>
              <a:gd name="connsiteY43" fmla="*/ 296163 h 738212"/>
              <a:gd name="connsiteX44" fmla="*/ 25906 w 692632"/>
              <a:gd name="connsiteY44" fmla="*/ 296163 h 738212"/>
              <a:gd name="connsiteX45" fmla="*/ 7655 w 692632"/>
              <a:gd name="connsiteY45" fmla="*/ 288507 h 738212"/>
              <a:gd name="connsiteX46" fmla="*/ 0 w 692632"/>
              <a:gd name="connsiteY46" fmla="*/ 270265 h 738212"/>
              <a:gd name="connsiteX47" fmla="*/ 0 w 692632"/>
              <a:gd name="connsiteY47" fmla="*/ 197365 h 738212"/>
              <a:gd name="connsiteX48" fmla="*/ 7655 w 692632"/>
              <a:gd name="connsiteY48" fmla="*/ 179114 h 738212"/>
              <a:gd name="connsiteX49" fmla="*/ 25906 w 692632"/>
              <a:gd name="connsiteY49" fmla="*/ 171458 h 738212"/>
              <a:gd name="connsiteX50" fmla="*/ 127739 w 692632"/>
              <a:gd name="connsiteY50" fmla="*/ 171458 h 738212"/>
              <a:gd name="connsiteX51" fmla="*/ 347066 w 692632"/>
              <a:gd name="connsiteY51" fmla="*/ 402487 h 738212"/>
              <a:gd name="connsiteX52" fmla="*/ 307830 w 692632"/>
              <a:gd name="connsiteY52" fmla="*/ 386311 h 738212"/>
              <a:gd name="connsiteX53" fmla="*/ 266845 w 692632"/>
              <a:gd name="connsiteY53" fmla="*/ 398321 h 738212"/>
              <a:gd name="connsiteX54" fmla="*/ 247394 w 692632"/>
              <a:gd name="connsiteY54" fmla="*/ 438543 h 738212"/>
              <a:gd name="connsiteX55" fmla="*/ 346955 w 692632"/>
              <a:gd name="connsiteY55" fmla="*/ 590448 h 738212"/>
              <a:gd name="connsiteX56" fmla="*/ 445196 w 692632"/>
              <a:gd name="connsiteY56" fmla="*/ 438663 h 738212"/>
              <a:gd name="connsiteX57" fmla="*/ 426070 w 692632"/>
              <a:gd name="connsiteY57" fmla="*/ 398544 h 738212"/>
              <a:gd name="connsiteX58" fmla="*/ 386183 w 692632"/>
              <a:gd name="connsiteY58" fmla="*/ 386311 h 738212"/>
              <a:gd name="connsiteX59" fmla="*/ 347066 w 692632"/>
              <a:gd name="connsiteY59" fmla="*/ 402487 h 738212"/>
              <a:gd name="connsiteX60" fmla="*/ 347066 w 692632"/>
              <a:gd name="connsiteY60" fmla="*/ 402487 h 738212"/>
              <a:gd name="connsiteX61" fmla="*/ 213849 w 692632"/>
              <a:gd name="connsiteY61" fmla="*/ 171458 h 738212"/>
              <a:gd name="connsiteX62" fmla="*/ 308927 w 692632"/>
              <a:gd name="connsiteY62" fmla="*/ 171458 h 738212"/>
              <a:gd name="connsiteX63" fmla="*/ 308927 w 692632"/>
              <a:gd name="connsiteY63" fmla="*/ 168835 h 738212"/>
              <a:gd name="connsiteX64" fmla="*/ 308927 w 692632"/>
              <a:gd name="connsiteY64" fmla="*/ 161086 h 738212"/>
              <a:gd name="connsiteX65" fmla="*/ 247840 w 692632"/>
              <a:gd name="connsiteY65" fmla="*/ 75180 h 738212"/>
              <a:gd name="connsiteX66" fmla="*/ 164129 w 692632"/>
              <a:gd name="connsiteY66" fmla="*/ 28735 h 738212"/>
              <a:gd name="connsiteX67" fmla="*/ 143041 w 692632"/>
              <a:gd name="connsiteY67" fmla="*/ 33115 h 738212"/>
              <a:gd name="connsiteX68" fmla="*/ 124893 w 692632"/>
              <a:gd name="connsiteY68" fmla="*/ 45246 h 738212"/>
              <a:gd name="connsiteX69" fmla="*/ 124893 w 692632"/>
              <a:gd name="connsiteY69" fmla="*/ 45246 h 738212"/>
              <a:gd name="connsiteX70" fmla="*/ 110139 w 692632"/>
              <a:gd name="connsiteY70" fmla="*/ 64036 h 738212"/>
              <a:gd name="connsiteX71" fmla="*/ 102707 w 692632"/>
              <a:gd name="connsiteY71" fmla="*/ 84687 h 738212"/>
              <a:gd name="connsiteX72" fmla="*/ 104893 w 692632"/>
              <a:gd name="connsiteY72" fmla="*/ 106102 h 738212"/>
              <a:gd name="connsiteX73" fmla="*/ 117786 w 692632"/>
              <a:gd name="connsiteY73" fmla="*/ 126865 h 738212"/>
              <a:gd name="connsiteX74" fmla="*/ 202808 w 692632"/>
              <a:gd name="connsiteY74" fmla="*/ 169384 h 738212"/>
              <a:gd name="connsiteX75" fmla="*/ 213849 w 692632"/>
              <a:gd name="connsiteY75" fmla="*/ 171458 h 738212"/>
              <a:gd name="connsiteX76" fmla="*/ 213849 w 692632"/>
              <a:gd name="connsiteY76" fmla="*/ 171458 h 738212"/>
              <a:gd name="connsiteX77" fmla="*/ 358656 w 692632"/>
              <a:gd name="connsiteY77" fmla="*/ 171458 h 738212"/>
              <a:gd name="connsiteX78" fmla="*/ 453734 w 692632"/>
              <a:gd name="connsiteY78" fmla="*/ 171458 h 738212"/>
              <a:gd name="connsiteX79" fmla="*/ 464775 w 692632"/>
              <a:gd name="connsiteY79" fmla="*/ 169393 h 738212"/>
              <a:gd name="connsiteX80" fmla="*/ 549797 w 692632"/>
              <a:gd name="connsiteY80" fmla="*/ 126873 h 738212"/>
              <a:gd name="connsiteX81" fmla="*/ 562690 w 692632"/>
              <a:gd name="connsiteY81" fmla="*/ 106110 h 738212"/>
              <a:gd name="connsiteX82" fmla="*/ 564876 w 692632"/>
              <a:gd name="connsiteY82" fmla="*/ 84696 h 738212"/>
              <a:gd name="connsiteX83" fmla="*/ 558318 w 692632"/>
              <a:gd name="connsiteY83" fmla="*/ 65459 h 738212"/>
              <a:gd name="connsiteX84" fmla="*/ 542691 w 692632"/>
              <a:gd name="connsiteY84" fmla="*/ 45246 h 738212"/>
              <a:gd name="connsiteX85" fmla="*/ 524551 w 692632"/>
              <a:gd name="connsiteY85" fmla="*/ 33115 h 738212"/>
              <a:gd name="connsiteX86" fmla="*/ 503566 w 692632"/>
              <a:gd name="connsiteY86" fmla="*/ 28735 h 738212"/>
              <a:gd name="connsiteX87" fmla="*/ 419744 w 692632"/>
              <a:gd name="connsiteY87" fmla="*/ 75180 h 738212"/>
              <a:gd name="connsiteX88" fmla="*/ 358656 w 692632"/>
              <a:gd name="connsiteY88" fmla="*/ 161086 h 738212"/>
              <a:gd name="connsiteX89" fmla="*/ 358656 w 692632"/>
              <a:gd name="connsiteY89" fmla="*/ 168835 h 738212"/>
              <a:gd name="connsiteX90" fmla="*/ 358656 w 692632"/>
              <a:gd name="connsiteY90" fmla="*/ 171458 h 738212"/>
              <a:gd name="connsiteX91" fmla="*/ 663871 w 692632"/>
              <a:gd name="connsiteY91" fmla="*/ 200314 h 738212"/>
              <a:gd name="connsiteX92" fmla="*/ 28838 w 692632"/>
              <a:gd name="connsiteY92" fmla="*/ 200314 h 738212"/>
              <a:gd name="connsiteX93" fmla="*/ 28838 w 692632"/>
              <a:gd name="connsiteY93" fmla="*/ 267308 h 738212"/>
              <a:gd name="connsiteX94" fmla="*/ 663871 w 692632"/>
              <a:gd name="connsiteY94" fmla="*/ 267308 h 738212"/>
              <a:gd name="connsiteX95" fmla="*/ 663871 w 692632"/>
              <a:gd name="connsiteY95" fmla="*/ 200314 h 73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692632" h="738212">
                <a:moveTo>
                  <a:pt x="127739" y="171458"/>
                </a:moveTo>
                <a:cubicBezTo>
                  <a:pt x="116157" y="164360"/>
                  <a:pt x="105665" y="156054"/>
                  <a:pt x="96595" y="146221"/>
                </a:cubicBezTo>
                <a:cubicBezTo>
                  <a:pt x="88185" y="137049"/>
                  <a:pt x="81739" y="126761"/>
                  <a:pt x="77804" y="115514"/>
                </a:cubicBezTo>
                <a:cubicBezTo>
                  <a:pt x="74084" y="104799"/>
                  <a:pt x="72669" y="93217"/>
                  <a:pt x="74306" y="80976"/>
                </a:cubicBezTo>
                <a:cubicBezTo>
                  <a:pt x="75832" y="69617"/>
                  <a:pt x="79767" y="59236"/>
                  <a:pt x="85228" y="49738"/>
                </a:cubicBezTo>
                <a:cubicBezTo>
                  <a:pt x="90474" y="40548"/>
                  <a:pt x="97246" y="32361"/>
                  <a:pt x="104567" y="24920"/>
                </a:cubicBezTo>
                <a:lnTo>
                  <a:pt x="104567" y="24920"/>
                </a:lnTo>
                <a:cubicBezTo>
                  <a:pt x="112548" y="16948"/>
                  <a:pt x="121832" y="10818"/>
                  <a:pt x="131999" y="6558"/>
                </a:cubicBezTo>
                <a:cubicBezTo>
                  <a:pt x="142166" y="2297"/>
                  <a:pt x="153199" y="103"/>
                  <a:pt x="164566" y="0"/>
                </a:cubicBezTo>
                <a:lnTo>
                  <a:pt x="165115" y="0"/>
                </a:lnTo>
                <a:cubicBezTo>
                  <a:pt x="201179" y="1423"/>
                  <a:pt x="237355" y="24046"/>
                  <a:pt x="268276" y="54967"/>
                </a:cubicBezTo>
                <a:cubicBezTo>
                  <a:pt x="283141" y="69943"/>
                  <a:pt x="297020" y="86882"/>
                  <a:pt x="308927" y="104362"/>
                </a:cubicBezTo>
                <a:lnTo>
                  <a:pt x="308927" y="16502"/>
                </a:lnTo>
                <a:lnTo>
                  <a:pt x="308927" y="2075"/>
                </a:lnTo>
                <a:lnTo>
                  <a:pt x="323355" y="2075"/>
                </a:lnTo>
                <a:lnTo>
                  <a:pt x="344229" y="2075"/>
                </a:lnTo>
                <a:lnTo>
                  <a:pt x="358656" y="2075"/>
                </a:lnTo>
                <a:lnTo>
                  <a:pt x="358656" y="16502"/>
                </a:lnTo>
                <a:lnTo>
                  <a:pt x="358656" y="104362"/>
                </a:lnTo>
                <a:cubicBezTo>
                  <a:pt x="370572" y="86882"/>
                  <a:pt x="384451" y="69943"/>
                  <a:pt x="399418" y="54967"/>
                </a:cubicBezTo>
                <a:cubicBezTo>
                  <a:pt x="430237" y="24046"/>
                  <a:pt x="466413" y="1526"/>
                  <a:pt x="502477" y="0"/>
                </a:cubicBezTo>
                <a:lnTo>
                  <a:pt x="503137" y="0"/>
                </a:lnTo>
                <a:cubicBezTo>
                  <a:pt x="514393" y="103"/>
                  <a:pt x="525434" y="2297"/>
                  <a:pt x="535593" y="6558"/>
                </a:cubicBezTo>
                <a:cubicBezTo>
                  <a:pt x="545760" y="10818"/>
                  <a:pt x="555155" y="16948"/>
                  <a:pt x="563025" y="24920"/>
                </a:cubicBezTo>
                <a:cubicBezTo>
                  <a:pt x="570894" y="32790"/>
                  <a:pt x="577992" y="41645"/>
                  <a:pt x="583461" y="51580"/>
                </a:cubicBezTo>
                <a:cubicBezTo>
                  <a:pt x="588382" y="60539"/>
                  <a:pt x="591991" y="70380"/>
                  <a:pt x="593294" y="80976"/>
                </a:cubicBezTo>
                <a:cubicBezTo>
                  <a:pt x="594931" y="93226"/>
                  <a:pt x="593620" y="104799"/>
                  <a:pt x="589797" y="115514"/>
                </a:cubicBezTo>
                <a:cubicBezTo>
                  <a:pt x="585973" y="126770"/>
                  <a:pt x="579415" y="137049"/>
                  <a:pt x="571006" y="146221"/>
                </a:cubicBezTo>
                <a:cubicBezTo>
                  <a:pt x="561936" y="156054"/>
                  <a:pt x="551443" y="164360"/>
                  <a:pt x="539862" y="171458"/>
                </a:cubicBezTo>
                <a:lnTo>
                  <a:pt x="666735" y="171458"/>
                </a:lnTo>
                <a:cubicBezTo>
                  <a:pt x="673841" y="171458"/>
                  <a:pt x="680391" y="174416"/>
                  <a:pt x="685097" y="179114"/>
                </a:cubicBezTo>
                <a:cubicBezTo>
                  <a:pt x="689795" y="183812"/>
                  <a:pt x="692632" y="190267"/>
                  <a:pt x="692632" y="197365"/>
                </a:cubicBezTo>
                <a:lnTo>
                  <a:pt x="692632" y="270265"/>
                </a:lnTo>
                <a:cubicBezTo>
                  <a:pt x="692632" y="277363"/>
                  <a:pt x="689795" y="283810"/>
                  <a:pt x="685097" y="288507"/>
                </a:cubicBezTo>
                <a:cubicBezTo>
                  <a:pt x="680399" y="293205"/>
                  <a:pt x="673841" y="296163"/>
                  <a:pt x="666735" y="296163"/>
                </a:cubicBezTo>
                <a:lnTo>
                  <a:pt x="652093" y="296163"/>
                </a:lnTo>
                <a:lnTo>
                  <a:pt x="652093" y="665209"/>
                </a:lnTo>
                <a:cubicBezTo>
                  <a:pt x="652093" y="685208"/>
                  <a:pt x="643898" y="703459"/>
                  <a:pt x="630670" y="716686"/>
                </a:cubicBezTo>
                <a:cubicBezTo>
                  <a:pt x="617452" y="729905"/>
                  <a:pt x="599201" y="738212"/>
                  <a:pt x="579090" y="738212"/>
                </a:cubicBezTo>
                <a:lnTo>
                  <a:pt x="113543" y="738212"/>
                </a:lnTo>
                <a:cubicBezTo>
                  <a:pt x="93543" y="738212"/>
                  <a:pt x="75292" y="729905"/>
                  <a:pt x="62073" y="716686"/>
                </a:cubicBezTo>
                <a:lnTo>
                  <a:pt x="62073" y="716686"/>
                </a:lnTo>
                <a:cubicBezTo>
                  <a:pt x="48855" y="703459"/>
                  <a:pt x="40548" y="685208"/>
                  <a:pt x="40548" y="665209"/>
                </a:cubicBezTo>
                <a:lnTo>
                  <a:pt x="40548" y="296163"/>
                </a:lnTo>
                <a:lnTo>
                  <a:pt x="25906" y="296163"/>
                </a:lnTo>
                <a:cubicBezTo>
                  <a:pt x="18799" y="296163"/>
                  <a:pt x="12353" y="293205"/>
                  <a:pt x="7655" y="288507"/>
                </a:cubicBezTo>
                <a:cubicBezTo>
                  <a:pt x="2958" y="283810"/>
                  <a:pt x="0" y="277363"/>
                  <a:pt x="0" y="270265"/>
                </a:cubicBezTo>
                <a:lnTo>
                  <a:pt x="0" y="197365"/>
                </a:lnTo>
                <a:cubicBezTo>
                  <a:pt x="0" y="190267"/>
                  <a:pt x="2949" y="183812"/>
                  <a:pt x="7655" y="179114"/>
                </a:cubicBezTo>
                <a:cubicBezTo>
                  <a:pt x="12353" y="174416"/>
                  <a:pt x="18799" y="171458"/>
                  <a:pt x="25906" y="171458"/>
                </a:cubicBezTo>
                <a:lnTo>
                  <a:pt x="127739" y="171458"/>
                </a:lnTo>
                <a:close/>
                <a:moveTo>
                  <a:pt x="347066" y="402487"/>
                </a:moveTo>
                <a:cubicBezTo>
                  <a:pt x="336573" y="392098"/>
                  <a:pt x="322592" y="386311"/>
                  <a:pt x="307830" y="386311"/>
                </a:cubicBezTo>
                <a:cubicBezTo>
                  <a:pt x="293402" y="386311"/>
                  <a:pt x="278538" y="389363"/>
                  <a:pt x="266845" y="398321"/>
                </a:cubicBezTo>
                <a:cubicBezTo>
                  <a:pt x="253840" y="408265"/>
                  <a:pt x="248054" y="422478"/>
                  <a:pt x="247394" y="438543"/>
                </a:cubicBezTo>
                <a:cubicBezTo>
                  <a:pt x="244771" y="497334"/>
                  <a:pt x="301049" y="559750"/>
                  <a:pt x="346955" y="590448"/>
                </a:cubicBezTo>
                <a:cubicBezTo>
                  <a:pt x="393615" y="559750"/>
                  <a:pt x="448582" y="497994"/>
                  <a:pt x="445196" y="438663"/>
                </a:cubicBezTo>
                <a:cubicBezTo>
                  <a:pt x="444321" y="422924"/>
                  <a:pt x="438638" y="408488"/>
                  <a:pt x="426070" y="398544"/>
                </a:cubicBezTo>
                <a:cubicBezTo>
                  <a:pt x="414703" y="389586"/>
                  <a:pt x="400499" y="386311"/>
                  <a:pt x="386183" y="386311"/>
                </a:cubicBezTo>
                <a:cubicBezTo>
                  <a:pt x="371549" y="386311"/>
                  <a:pt x="357559" y="392218"/>
                  <a:pt x="347066" y="402487"/>
                </a:cubicBezTo>
                <a:lnTo>
                  <a:pt x="347066" y="402487"/>
                </a:lnTo>
                <a:close/>
                <a:moveTo>
                  <a:pt x="213849" y="171458"/>
                </a:moveTo>
                <a:lnTo>
                  <a:pt x="308927" y="171458"/>
                </a:lnTo>
                <a:lnTo>
                  <a:pt x="308927" y="168835"/>
                </a:lnTo>
                <a:lnTo>
                  <a:pt x="308927" y="161086"/>
                </a:lnTo>
                <a:cubicBezTo>
                  <a:pt x="294937" y="132231"/>
                  <a:pt x="273189" y="100538"/>
                  <a:pt x="247840" y="75180"/>
                </a:cubicBezTo>
                <a:cubicBezTo>
                  <a:pt x="221719" y="48958"/>
                  <a:pt x="191998" y="29824"/>
                  <a:pt x="164129" y="28735"/>
                </a:cubicBezTo>
                <a:cubicBezTo>
                  <a:pt x="156808" y="28846"/>
                  <a:pt x="149701" y="30270"/>
                  <a:pt x="143041" y="33115"/>
                </a:cubicBezTo>
                <a:cubicBezTo>
                  <a:pt x="136371" y="35833"/>
                  <a:pt x="130251" y="39999"/>
                  <a:pt x="124893" y="45246"/>
                </a:cubicBezTo>
                <a:lnTo>
                  <a:pt x="124893" y="45246"/>
                </a:lnTo>
                <a:cubicBezTo>
                  <a:pt x="119209" y="50921"/>
                  <a:pt x="114074" y="57256"/>
                  <a:pt x="110139" y="64036"/>
                </a:cubicBezTo>
                <a:cubicBezTo>
                  <a:pt x="106419" y="70475"/>
                  <a:pt x="103684" y="77470"/>
                  <a:pt x="102707" y="84687"/>
                </a:cubicBezTo>
                <a:cubicBezTo>
                  <a:pt x="101721" y="92343"/>
                  <a:pt x="102596" y="99441"/>
                  <a:pt x="104893" y="106102"/>
                </a:cubicBezTo>
                <a:cubicBezTo>
                  <a:pt x="107516" y="113534"/>
                  <a:pt x="112000" y="120529"/>
                  <a:pt x="117786" y="126865"/>
                </a:cubicBezTo>
                <a:cubicBezTo>
                  <a:pt x="138000" y="148947"/>
                  <a:pt x="169041" y="162389"/>
                  <a:pt x="202808" y="169384"/>
                </a:cubicBezTo>
                <a:cubicBezTo>
                  <a:pt x="206529" y="170147"/>
                  <a:pt x="210138" y="170799"/>
                  <a:pt x="213849" y="171458"/>
                </a:cubicBezTo>
                <a:lnTo>
                  <a:pt x="213849" y="171458"/>
                </a:lnTo>
                <a:close/>
                <a:moveTo>
                  <a:pt x="358656" y="171458"/>
                </a:moveTo>
                <a:lnTo>
                  <a:pt x="453734" y="171458"/>
                </a:lnTo>
                <a:cubicBezTo>
                  <a:pt x="457454" y="170807"/>
                  <a:pt x="461166" y="170156"/>
                  <a:pt x="464775" y="169393"/>
                </a:cubicBezTo>
                <a:cubicBezTo>
                  <a:pt x="498542" y="162397"/>
                  <a:pt x="529575" y="148956"/>
                  <a:pt x="549797" y="126873"/>
                </a:cubicBezTo>
                <a:cubicBezTo>
                  <a:pt x="555704" y="120538"/>
                  <a:pt x="560067" y="113543"/>
                  <a:pt x="562690" y="106110"/>
                </a:cubicBezTo>
                <a:cubicBezTo>
                  <a:pt x="564988" y="99450"/>
                  <a:pt x="565862" y="92343"/>
                  <a:pt x="564876" y="84696"/>
                </a:cubicBezTo>
                <a:cubicBezTo>
                  <a:pt x="564002" y="77915"/>
                  <a:pt x="561593" y="71469"/>
                  <a:pt x="558318" y="65459"/>
                </a:cubicBezTo>
                <a:cubicBezTo>
                  <a:pt x="554272" y="58130"/>
                  <a:pt x="548811" y="51358"/>
                  <a:pt x="542691" y="45246"/>
                </a:cubicBezTo>
                <a:cubicBezTo>
                  <a:pt x="537333" y="39999"/>
                  <a:pt x="531221" y="35833"/>
                  <a:pt x="524551" y="33115"/>
                </a:cubicBezTo>
                <a:cubicBezTo>
                  <a:pt x="517882" y="30270"/>
                  <a:pt x="510784" y="28846"/>
                  <a:pt x="503566" y="28735"/>
                </a:cubicBezTo>
                <a:cubicBezTo>
                  <a:pt x="475585" y="29824"/>
                  <a:pt x="445976" y="48949"/>
                  <a:pt x="419744" y="75180"/>
                </a:cubicBezTo>
                <a:cubicBezTo>
                  <a:pt x="394386" y="100530"/>
                  <a:pt x="372647" y="132222"/>
                  <a:pt x="358656" y="161086"/>
                </a:cubicBezTo>
                <a:lnTo>
                  <a:pt x="358656" y="168835"/>
                </a:lnTo>
                <a:lnTo>
                  <a:pt x="358656" y="171458"/>
                </a:lnTo>
                <a:close/>
                <a:moveTo>
                  <a:pt x="663871" y="200314"/>
                </a:moveTo>
                <a:lnTo>
                  <a:pt x="28838" y="200314"/>
                </a:lnTo>
                <a:lnTo>
                  <a:pt x="28838" y="267308"/>
                </a:lnTo>
                <a:lnTo>
                  <a:pt x="663871" y="267308"/>
                </a:lnTo>
                <a:lnTo>
                  <a:pt x="663871" y="200314"/>
                </a:lnTo>
                <a:close/>
              </a:path>
            </a:pathLst>
          </a:custGeom>
          <a:solidFill>
            <a:schemeClr val="bg1"/>
          </a:solidFill>
          <a:ln w="8572"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5212DD65-67A6-B520-8646-165089BA9A46}"/>
              </a:ext>
            </a:extLst>
          </p:cNvPr>
          <p:cNvSpPr/>
          <p:nvPr/>
        </p:nvSpPr>
        <p:spPr>
          <a:xfrm>
            <a:off x="7076629" y="4861074"/>
            <a:ext cx="266710" cy="350552"/>
          </a:xfrm>
          <a:custGeom>
            <a:avLst/>
            <a:gdLst>
              <a:gd name="connsiteX0" fmla="*/ 62939 w 568373"/>
              <a:gd name="connsiteY0" fmla="*/ 350573 h 747042"/>
              <a:gd name="connsiteX1" fmla="*/ 69720 w 568373"/>
              <a:gd name="connsiteY1" fmla="*/ 350573 h 747042"/>
              <a:gd name="connsiteX2" fmla="*/ 69720 w 568373"/>
              <a:gd name="connsiteY2" fmla="*/ 214519 h 747042"/>
              <a:gd name="connsiteX3" fmla="*/ 132557 w 568373"/>
              <a:gd name="connsiteY3" fmla="*/ 62837 h 747042"/>
              <a:gd name="connsiteX4" fmla="*/ 284135 w 568373"/>
              <a:gd name="connsiteY4" fmla="*/ 0 h 747042"/>
              <a:gd name="connsiteX5" fmla="*/ 435817 w 568373"/>
              <a:gd name="connsiteY5" fmla="*/ 62837 h 747042"/>
              <a:gd name="connsiteX6" fmla="*/ 498654 w 568373"/>
              <a:gd name="connsiteY6" fmla="*/ 214519 h 747042"/>
              <a:gd name="connsiteX7" fmla="*/ 498654 w 568373"/>
              <a:gd name="connsiteY7" fmla="*/ 350573 h 747042"/>
              <a:gd name="connsiteX8" fmla="*/ 505314 w 568373"/>
              <a:gd name="connsiteY8" fmla="*/ 350573 h 747042"/>
              <a:gd name="connsiteX9" fmla="*/ 510346 w 568373"/>
              <a:gd name="connsiteY9" fmla="*/ 350573 h 747042"/>
              <a:gd name="connsiteX10" fmla="*/ 511873 w 568373"/>
              <a:gd name="connsiteY10" fmla="*/ 355485 h 747042"/>
              <a:gd name="connsiteX11" fmla="*/ 565862 w 568373"/>
              <a:gd name="connsiteY11" fmla="*/ 536570 h 747042"/>
              <a:gd name="connsiteX12" fmla="*/ 568374 w 568373"/>
              <a:gd name="connsiteY12" fmla="*/ 545202 h 747042"/>
              <a:gd name="connsiteX13" fmla="*/ 559407 w 568373"/>
              <a:gd name="connsiteY13" fmla="*/ 545202 h 747042"/>
              <a:gd name="connsiteX14" fmla="*/ 324461 w 568373"/>
              <a:gd name="connsiteY14" fmla="*/ 545202 h 747042"/>
              <a:gd name="connsiteX15" fmla="*/ 324461 w 568373"/>
              <a:gd name="connsiteY15" fmla="*/ 487278 h 747042"/>
              <a:gd name="connsiteX16" fmla="*/ 243922 w 568373"/>
              <a:gd name="connsiteY16" fmla="*/ 487278 h 747042"/>
              <a:gd name="connsiteX17" fmla="*/ 243922 w 568373"/>
              <a:gd name="connsiteY17" fmla="*/ 545202 h 747042"/>
              <a:gd name="connsiteX18" fmla="*/ 8966 w 568373"/>
              <a:gd name="connsiteY18" fmla="*/ 545202 h 747042"/>
              <a:gd name="connsiteX19" fmla="*/ 0 w 568373"/>
              <a:gd name="connsiteY19" fmla="*/ 545202 h 747042"/>
              <a:gd name="connsiteX20" fmla="*/ 2520 w 568373"/>
              <a:gd name="connsiteY20" fmla="*/ 536570 h 747042"/>
              <a:gd name="connsiteX21" fmla="*/ 56510 w 568373"/>
              <a:gd name="connsiteY21" fmla="*/ 355485 h 747042"/>
              <a:gd name="connsiteX22" fmla="*/ 58035 w 568373"/>
              <a:gd name="connsiteY22" fmla="*/ 350573 h 747042"/>
              <a:gd name="connsiteX23" fmla="*/ 62939 w 568373"/>
              <a:gd name="connsiteY23" fmla="*/ 350573 h 747042"/>
              <a:gd name="connsiteX24" fmla="*/ 461706 w 568373"/>
              <a:gd name="connsiteY24" fmla="*/ 350453 h 747042"/>
              <a:gd name="connsiteX25" fmla="*/ 461706 w 568373"/>
              <a:gd name="connsiteY25" fmla="*/ 214519 h 747042"/>
              <a:gd name="connsiteX26" fmla="*/ 409697 w 568373"/>
              <a:gd name="connsiteY26" fmla="*/ 88957 h 747042"/>
              <a:gd name="connsiteX27" fmla="*/ 284127 w 568373"/>
              <a:gd name="connsiteY27" fmla="*/ 36931 h 747042"/>
              <a:gd name="connsiteX28" fmla="*/ 158668 w 568373"/>
              <a:gd name="connsiteY28" fmla="*/ 88957 h 747042"/>
              <a:gd name="connsiteX29" fmla="*/ 106650 w 568373"/>
              <a:gd name="connsiteY29" fmla="*/ 214519 h 747042"/>
              <a:gd name="connsiteX30" fmla="*/ 106650 w 568373"/>
              <a:gd name="connsiteY30" fmla="*/ 350453 h 747042"/>
              <a:gd name="connsiteX31" fmla="*/ 461706 w 568373"/>
              <a:gd name="connsiteY31" fmla="*/ 350453 h 747042"/>
              <a:gd name="connsiteX32" fmla="*/ 264127 w 568373"/>
              <a:gd name="connsiteY32" fmla="*/ 500831 h 747042"/>
              <a:gd name="connsiteX33" fmla="*/ 304238 w 568373"/>
              <a:gd name="connsiteY33" fmla="*/ 500831 h 747042"/>
              <a:gd name="connsiteX34" fmla="*/ 311010 w 568373"/>
              <a:gd name="connsiteY34" fmla="*/ 500831 h 747042"/>
              <a:gd name="connsiteX35" fmla="*/ 311010 w 568373"/>
              <a:gd name="connsiteY35" fmla="*/ 507492 h 747042"/>
              <a:gd name="connsiteX36" fmla="*/ 311010 w 568373"/>
              <a:gd name="connsiteY36" fmla="*/ 576664 h 747042"/>
              <a:gd name="connsiteX37" fmla="*/ 311010 w 568373"/>
              <a:gd name="connsiteY37" fmla="*/ 583444 h 747042"/>
              <a:gd name="connsiteX38" fmla="*/ 304238 w 568373"/>
              <a:gd name="connsiteY38" fmla="*/ 583444 h 747042"/>
              <a:gd name="connsiteX39" fmla="*/ 264127 w 568373"/>
              <a:gd name="connsiteY39" fmla="*/ 583444 h 747042"/>
              <a:gd name="connsiteX40" fmla="*/ 257346 w 568373"/>
              <a:gd name="connsiteY40" fmla="*/ 583444 h 747042"/>
              <a:gd name="connsiteX41" fmla="*/ 257346 w 568373"/>
              <a:gd name="connsiteY41" fmla="*/ 576664 h 747042"/>
              <a:gd name="connsiteX42" fmla="*/ 257346 w 568373"/>
              <a:gd name="connsiteY42" fmla="*/ 507492 h 747042"/>
              <a:gd name="connsiteX43" fmla="*/ 257346 w 568373"/>
              <a:gd name="connsiteY43" fmla="*/ 500831 h 747042"/>
              <a:gd name="connsiteX44" fmla="*/ 264127 w 568373"/>
              <a:gd name="connsiteY44" fmla="*/ 500831 h 747042"/>
              <a:gd name="connsiteX45" fmla="*/ 38790 w 568373"/>
              <a:gd name="connsiteY45" fmla="*/ 562133 h 747042"/>
              <a:gd name="connsiteX46" fmla="*/ 243913 w 568373"/>
              <a:gd name="connsiteY46" fmla="*/ 562133 h 747042"/>
              <a:gd name="connsiteX47" fmla="*/ 243913 w 568373"/>
              <a:gd name="connsiteY47" fmla="*/ 597538 h 747042"/>
              <a:gd name="connsiteX48" fmla="*/ 324452 w 568373"/>
              <a:gd name="connsiteY48" fmla="*/ 597538 h 747042"/>
              <a:gd name="connsiteX49" fmla="*/ 324452 w 568373"/>
              <a:gd name="connsiteY49" fmla="*/ 562133 h 747042"/>
              <a:gd name="connsiteX50" fmla="*/ 529575 w 568373"/>
              <a:gd name="connsiteY50" fmla="*/ 562133 h 747042"/>
              <a:gd name="connsiteX51" fmla="*/ 536347 w 568373"/>
              <a:gd name="connsiteY51" fmla="*/ 562133 h 747042"/>
              <a:gd name="connsiteX52" fmla="*/ 536347 w 568373"/>
              <a:gd name="connsiteY52" fmla="*/ 568914 h 747042"/>
              <a:gd name="connsiteX53" fmla="*/ 536347 w 568373"/>
              <a:gd name="connsiteY53" fmla="*/ 713275 h 747042"/>
              <a:gd name="connsiteX54" fmla="*/ 526403 w 568373"/>
              <a:gd name="connsiteY54" fmla="*/ 737098 h 747042"/>
              <a:gd name="connsiteX55" fmla="*/ 526403 w 568373"/>
              <a:gd name="connsiteY55" fmla="*/ 737098 h 747042"/>
              <a:gd name="connsiteX56" fmla="*/ 526403 w 568373"/>
              <a:gd name="connsiteY56" fmla="*/ 737201 h 747042"/>
              <a:gd name="connsiteX57" fmla="*/ 502580 w 568373"/>
              <a:gd name="connsiteY57" fmla="*/ 747042 h 747042"/>
              <a:gd name="connsiteX58" fmla="*/ 65785 w 568373"/>
              <a:gd name="connsiteY58" fmla="*/ 747042 h 747042"/>
              <a:gd name="connsiteX59" fmla="*/ 41962 w 568373"/>
              <a:gd name="connsiteY59" fmla="*/ 737201 h 747042"/>
              <a:gd name="connsiteX60" fmla="*/ 41962 w 568373"/>
              <a:gd name="connsiteY60" fmla="*/ 737098 h 747042"/>
              <a:gd name="connsiteX61" fmla="*/ 41962 w 568373"/>
              <a:gd name="connsiteY61" fmla="*/ 737098 h 747042"/>
              <a:gd name="connsiteX62" fmla="*/ 32018 w 568373"/>
              <a:gd name="connsiteY62" fmla="*/ 713275 h 747042"/>
              <a:gd name="connsiteX63" fmla="*/ 32018 w 568373"/>
              <a:gd name="connsiteY63" fmla="*/ 568914 h 747042"/>
              <a:gd name="connsiteX64" fmla="*/ 32018 w 568373"/>
              <a:gd name="connsiteY64" fmla="*/ 562133 h 747042"/>
              <a:gd name="connsiteX65" fmla="*/ 38790 w 568373"/>
              <a:gd name="connsiteY65" fmla="*/ 562133 h 74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68373" h="747042">
                <a:moveTo>
                  <a:pt x="62939" y="350573"/>
                </a:moveTo>
                <a:lnTo>
                  <a:pt x="69720" y="350573"/>
                </a:lnTo>
                <a:lnTo>
                  <a:pt x="69720" y="214519"/>
                </a:lnTo>
                <a:cubicBezTo>
                  <a:pt x="69720" y="155282"/>
                  <a:pt x="93766" y="101618"/>
                  <a:pt x="132557" y="62837"/>
                </a:cubicBezTo>
                <a:cubicBezTo>
                  <a:pt x="171347" y="24046"/>
                  <a:pt x="225002" y="0"/>
                  <a:pt x="284135" y="0"/>
                </a:cubicBezTo>
                <a:cubicBezTo>
                  <a:pt x="343363" y="0"/>
                  <a:pt x="397018" y="24046"/>
                  <a:pt x="435817" y="62837"/>
                </a:cubicBezTo>
                <a:cubicBezTo>
                  <a:pt x="474608" y="101627"/>
                  <a:pt x="498654" y="155282"/>
                  <a:pt x="498654" y="214519"/>
                </a:cubicBezTo>
                <a:lnTo>
                  <a:pt x="498654" y="350573"/>
                </a:lnTo>
                <a:lnTo>
                  <a:pt x="505314" y="350573"/>
                </a:lnTo>
                <a:lnTo>
                  <a:pt x="510346" y="350573"/>
                </a:lnTo>
                <a:lnTo>
                  <a:pt x="511873" y="355485"/>
                </a:lnTo>
                <a:lnTo>
                  <a:pt x="565862" y="536570"/>
                </a:lnTo>
                <a:lnTo>
                  <a:pt x="568374" y="545202"/>
                </a:lnTo>
                <a:lnTo>
                  <a:pt x="559407" y="545202"/>
                </a:lnTo>
                <a:lnTo>
                  <a:pt x="324461" y="545202"/>
                </a:lnTo>
                <a:lnTo>
                  <a:pt x="324461" y="487278"/>
                </a:lnTo>
                <a:lnTo>
                  <a:pt x="243922" y="487278"/>
                </a:lnTo>
                <a:lnTo>
                  <a:pt x="243922" y="545202"/>
                </a:lnTo>
                <a:lnTo>
                  <a:pt x="8966" y="545202"/>
                </a:lnTo>
                <a:lnTo>
                  <a:pt x="0" y="545202"/>
                </a:lnTo>
                <a:lnTo>
                  <a:pt x="2520" y="536570"/>
                </a:lnTo>
                <a:lnTo>
                  <a:pt x="56510" y="355485"/>
                </a:lnTo>
                <a:lnTo>
                  <a:pt x="58035" y="350573"/>
                </a:lnTo>
                <a:lnTo>
                  <a:pt x="62939" y="350573"/>
                </a:lnTo>
                <a:close/>
                <a:moveTo>
                  <a:pt x="461706" y="350453"/>
                </a:moveTo>
                <a:lnTo>
                  <a:pt x="461706" y="214519"/>
                </a:lnTo>
                <a:cubicBezTo>
                  <a:pt x="461706" y="165441"/>
                  <a:pt x="441826" y="121087"/>
                  <a:pt x="409697" y="88957"/>
                </a:cubicBezTo>
                <a:cubicBezTo>
                  <a:pt x="377567" y="56827"/>
                  <a:pt x="333196" y="36931"/>
                  <a:pt x="284127" y="36931"/>
                </a:cubicBezTo>
                <a:cubicBezTo>
                  <a:pt x="235161" y="36931"/>
                  <a:pt x="190798" y="56827"/>
                  <a:pt x="158668" y="88957"/>
                </a:cubicBezTo>
                <a:cubicBezTo>
                  <a:pt x="126539" y="121087"/>
                  <a:pt x="106650" y="165450"/>
                  <a:pt x="106650" y="214519"/>
                </a:cubicBezTo>
                <a:lnTo>
                  <a:pt x="106650" y="350453"/>
                </a:lnTo>
                <a:lnTo>
                  <a:pt x="461706" y="350453"/>
                </a:lnTo>
                <a:close/>
                <a:moveTo>
                  <a:pt x="264127" y="500831"/>
                </a:moveTo>
                <a:lnTo>
                  <a:pt x="304238" y="500831"/>
                </a:lnTo>
                <a:lnTo>
                  <a:pt x="311010" y="500831"/>
                </a:lnTo>
                <a:lnTo>
                  <a:pt x="311010" y="507492"/>
                </a:lnTo>
                <a:lnTo>
                  <a:pt x="311010" y="576664"/>
                </a:lnTo>
                <a:lnTo>
                  <a:pt x="311010" y="583444"/>
                </a:lnTo>
                <a:lnTo>
                  <a:pt x="304238" y="583444"/>
                </a:lnTo>
                <a:lnTo>
                  <a:pt x="264127" y="583444"/>
                </a:lnTo>
                <a:lnTo>
                  <a:pt x="257346" y="583444"/>
                </a:lnTo>
                <a:lnTo>
                  <a:pt x="257346" y="576664"/>
                </a:lnTo>
                <a:lnTo>
                  <a:pt x="257346" y="507492"/>
                </a:lnTo>
                <a:lnTo>
                  <a:pt x="257346" y="500831"/>
                </a:lnTo>
                <a:lnTo>
                  <a:pt x="264127" y="500831"/>
                </a:lnTo>
                <a:close/>
                <a:moveTo>
                  <a:pt x="38790" y="562133"/>
                </a:moveTo>
                <a:lnTo>
                  <a:pt x="243913" y="562133"/>
                </a:lnTo>
                <a:lnTo>
                  <a:pt x="243913" y="597538"/>
                </a:lnTo>
                <a:lnTo>
                  <a:pt x="324452" y="597538"/>
                </a:lnTo>
                <a:lnTo>
                  <a:pt x="324452" y="562133"/>
                </a:lnTo>
                <a:lnTo>
                  <a:pt x="529575" y="562133"/>
                </a:lnTo>
                <a:lnTo>
                  <a:pt x="536347" y="562133"/>
                </a:lnTo>
                <a:lnTo>
                  <a:pt x="536347" y="568914"/>
                </a:lnTo>
                <a:lnTo>
                  <a:pt x="536347" y="713275"/>
                </a:lnTo>
                <a:cubicBezTo>
                  <a:pt x="536347" y="722559"/>
                  <a:pt x="532524" y="730969"/>
                  <a:pt x="526403" y="737098"/>
                </a:cubicBezTo>
                <a:lnTo>
                  <a:pt x="526403" y="737098"/>
                </a:lnTo>
                <a:lnTo>
                  <a:pt x="526403" y="737201"/>
                </a:lnTo>
                <a:cubicBezTo>
                  <a:pt x="520282" y="743210"/>
                  <a:pt x="511761" y="747042"/>
                  <a:pt x="502580" y="747042"/>
                </a:cubicBezTo>
                <a:lnTo>
                  <a:pt x="65785" y="747042"/>
                </a:lnTo>
                <a:cubicBezTo>
                  <a:pt x="56604" y="747042"/>
                  <a:pt x="48083" y="743219"/>
                  <a:pt x="41962" y="737201"/>
                </a:cubicBezTo>
                <a:lnTo>
                  <a:pt x="41962" y="737098"/>
                </a:lnTo>
                <a:lnTo>
                  <a:pt x="41962" y="737098"/>
                </a:lnTo>
                <a:cubicBezTo>
                  <a:pt x="35841" y="730969"/>
                  <a:pt x="32018" y="722559"/>
                  <a:pt x="32018" y="713275"/>
                </a:cubicBezTo>
                <a:lnTo>
                  <a:pt x="32018" y="568914"/>
                </a:lnTo>
                <a:lnTo>
                  <a:pt x="32018" y="562133"/>
                </a:lnTo>
                <a:lnTo>
                  <a:pt x="38790" y="562133"/>
                </a:lnTo>
                <a:close/>
              </a:path>
            </a:pathLst>
          </a:custGeom>
          <a:solidFill>
            <a:schemeClr val="bg1"/>
          </a:solidFill>
          <a:ln w="8572"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0916C096-227F-6288-539F-1A658862B685}"/>
              </a:ext>
            </a:extLst>
          </p:cNvPr>
          <p:cNvSpPr/>
          <p:nvPr/>
        </p:nvSpPr>
        <p:spPr>
          <a:xfrm>
            <a:off x="9314412" y="4904044"/>
            <a:ext cx="261509" cy="282342"/>
          </a:xfrm>
          <a:custGeom>
            <a:avLst/>
            <a:gdLst>
              <a:gd name="connsiteX0" fmla="*/ 180828 w 216841"/>
              <a:gd name="connsiteY0" fmla="*/ 89454 h 234115"/>
              <a:gd name="connsiteX1" fmla="*/ 180828 w 216841"/>
              <a:gd name="connsiteY1" fmla="*/ 54392 h 234115"/>
              <a:gd name="connsiteX2" fmla="*/ 126427 w 216841"/>
              <a:gd name="connsiteY2" fmla="*/ 0 h 234115"/>
              <a:gd name="connsiteX3" fmla="*/ 90414 w 216841"/>
              <a:gd name="connsiteY3" fmla="*/ 0 h 234115"/>
              <a:gd name="connsiteX4" fmla="*/ 36013 w 216841"/>
              <a:gd name="connsiteY4" fmla="*/ 54392 h 234115"/>
              <a:gd name="connsiteX5" fmla="*/ 36013 w 216841"/>
              <a:gd name="connsiteY5" fmla="*/ 89454 h 234115"/>
              <a:gd name="connsiteX6" fmla="*/ 0 w 216841"/>
              <a:gd name="connsiteY6" fmla="*/ 125321 h 234115"/>
              <a:gd name="connsiteX7" fmla="*/ 0 w 216841"/>
              <a:gd name="connsiteY7" fmla="*/ 198093 h 234115"/>
              <a:gd name="connsiteX8" fmla="*/ 36013 w 216841"/>
              <a:gd name="connsiteY8" fmla="*/ 234115 h 234115"/>
              <a:gd name="connsiteX9" fmla="*/ 180828 w 216841"/>
              <a:gd name="connsiteY9" fmla="*/ 234115 h 234115"/>
              <a:gd name="connsiteX10" fmla="*/ 216841 w 216841"/>
              <a:gd name="connsiteY10" fmla="*/ 198093 h 234115"/>
              <a:gd name="connsiteX11" fmla="*/ 216841 w 216841"/>
              <a:gd name="connsiteY11" fmla="*/ 125321 h 234115"/>
              <a:gd name="connsiteX12" fmla="*/ 180828 w 216841"/>
              <a:gd name="connsiteY12" fmla="*/ 89454 h 234115"/>
              <a:gd name="connsiteX13" fmla="*/ 180828 w 216841"/>
              <a:gd name="connsiteY13" fmla="*/ 89454 h 234115"/>
              <a:gd name="connsiteX14" fmla="*/ 162449 w 216841"/>
              <a:gd name="connsiteY14" fmla="*/ 89454 h 234115"/>
              <a:gd name="connsiteX15" fmla="*/ 54470 w 216841"/>
              <a:gd name="connsiteY15" fmla="*/ 89454 h 234115"/>
              <a:gd name="connsiteX16" fmla="*/ 54470 w 216841"/>
              <a:gd name="connsiteY16" fmla="*/ 54392 h 234115"/>
              <a:gd name="connsiteX17" fmla="*/ 90414 w 216841"/>
              <a:gd name="connsiteY17" fmla="*/ 17565 h 234115"/>
              <a:gd name="connsiteX18" fmla="*/ 126427 w 216841"/>
              <a:gd name="connsiteY18" fmla="*/ 17565 h 234115"/>
              <a:gd name="connsiteX19" fmla="*/ 162449 w 216841"/>
              <a:gd name="connsiteY19" fmla="*/ 54392 h 234115"/>
              <a:gd name="connsiteX20" fmla="*/ 162449 w 216841"/>
              <a:gd name="connsiteY20" fmla="*/ 89454 h 2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841" h="234115">
                <a:moveTo>
                  <a:pt x="180828" y="89454"/>
                </a:moveTo>
                <a:lnTo>
                  <a:pt x="180828" y="54392"/>
                </a:lnTo>
                <a:cubicBezTo>
                  <a:pt x="180828" y="26755"/>
                  <a:pt x="153182" y="0"/>
                  <a:pt x="126427" y="0"/>
                </a:cubicBezTo>
                <a:lnTo>
                  <a:pt x="90414" y="0"/>
                </a:lnTo>
                <a:cubicBezTo>
                  <a:pt x="63728" y="0"/>
                  <a:pt x="36013" y="26755"/>
                  <a:pt x="36013" y="54392"/>
                </a:cubicBezTo>
                <a:lnTo>
                  <a:pt x="36013" y="89454"/>
                </a:lnTo>
                <a:cubicBezTo>
                  <a:pt x="18448" y="89454"/>
                  <a:pt x="0" y="107825"/>
                  <a:pt x="0" y="125321"/>
                </a:cubicBezTo>
                <a:lnTo>
                  <a:pt x="0" y="198093"/>
                </a:lnTo>
                <a:cubicBezTo>
                  <a:pt x="0" y="215667"/>
                  <a:pt x="18448" y="234115"/>
                  <a:pt x="36013" y="234115"/>
                </a:cubicBezTo>
                <a:lnTo>
                  <a:pt x="180828" y="234115"/>
                </a:lnTo>
                <a:cubicBezTo>
                  <a:pt x="198393" y="234115"/>
                  <a:pt x="216841" y="215667"/>
                  <a:pt x="216841" y="198093"/>
                </a:cubicBezTo>
                <a:lnTo>
                  <a:pt x="216841" y="125321"/>
                </a:lnTo>
                <a:cubicBezTo>
                  <a:pt x="216841" y="107825"/>
                  <a:pt x="198393" y="89454"/>
                  <a:pt x="180828" y="89454"/>
                </a:cubicBezTo>
                <a:lnTo>
                  <a:pt x="180828" y="89454"/>
                </a:lnTo>
                <a:close/>
                <a:moveTo>
                  <a:pt x="162449" y="89454"/>
                </a:moveTo>
                <a:lnTo>
                  <a:pt x="54470" y="89454"/>
                </a:lnTo>
                <a:lnTo>
                  <a:pt x="54470" y="54392"/>
                </a:lnTo>
                <a:cubicBezTo>
                  <a:pt x="54470" y="35945"/>
                  <a:pt x="72043" y="17565"/>
                  <a:pt x="90414" y="17565"/>
                </a:cubicBezTo>
                <a:lnTo>
                  <a:pt x="126427" y="17565"/>
                </a:lnTo>
                <a:cubicBezTo>
                  <a:pt x="144001" y="17565"/>
                  <a:pt x="162449" y="35945"/>
                  <a:pt x="162449" y="54392"/>
                </a:cubicBezTo>
                <a:lnTo>
                  <a:pt x="162449" y="89454"/>
                </a:lnTo>
                <a:close/>
              </a:path>
            </a:pathLst>
          </a:custGeom>
          <a:solidFill>
            <a:schemeClr val="bg1"/>
          </a:solidFill>
          <a:ln w="8572" cap="flat">
            <a:noFill/>
            <a:prstDash val="solid"/>
            <a:miter/>
          </a:ln>
        </p:spPr>
        <p:txBody>
          <a:bodyPr rtlCol="0" anchor="ctr"/>
          <a:lstStyle/>
          <a:p>
            <a:endParaRPr lang="en-US"/>
          </a:p>
        </p:txBody>
      </p:sp>
      <p:sp>
        <p:nvSpPr>
          <p:cNvPr id="5" name="Picture Placeholder 4">
            <a:extLst>
              <a:ext uri="{FF2B5EF4-FFF2-40B4-BE49-F238E27FC236}">
                <a16:creationId xmlns:a16="http://schemas.microsoft.com/office/drawing/2014/main" id="{BC4FBD3F-BECD-FEE7-647E-BB3A106B9DCE}"/>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3010932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8079C-48C5-D5A1-68C4-3A9B0EF57BF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17880FB-97E1-3DD6-73C8-9529F7374ABA}"/>
              </a:ext>
            </a:extLst>
          </p:cNvPr>
          <p:cNvSpPr txBox="1"/>
          <p:nvPr/>
        </p:nvSpPr>
        <p:spPr>
          <a:xfrm>
            <a:off x="883759" y="1562383"/>
            <a:ext cx="4086225" cy="1200329"/>
          </a:xfrm>
          <a:prstGeom prst="rect">
            <a:avLst/>
          </a:prstGeom>
          <a:noFill/>
        </p:spPr>
        <p:txBody>
          <a:bodyPr wrap="square">
            <a:spAutoFit/>
          </a:bodyPr>
          <a:lstStyle/>
          <a:p>
            <a:r>
              <a:rPr lang="en-ID" sz="3600" b="1">
                <a:latin typeface="Poppins SemiBold" pitchFamily="2" charset="77"/>
                <a:cs typeface="Poppins SemiBold" pitchFamily="2" charset="77"/>
              </a:rPr>
              <a:t>Monochromatic Pink Looks </a:t>
            </a:r>
            <a:r>
              <a:rPr lang="en-ID" sz="3600" b="1">
                <a:solidFill>
                  <a:schemeClr val="accent1"/>
                </a:solidFill>
                <a:latin typeface="Poppins SemiBold" pitchFamily="2" charset="77"/>
                <a:cs typeface="Poppins SemiBold" pitchFamily="2" charset="77"/>
              </a:rPr>
              <a:t>Bold</a:t>
            </a:r>
            <a:endParaRPr lang="en-US" sz="3600" b="1">
              <a:solidFill>
                <a:schemeClr val="accent1"/>
              </a:solidFill>
              <a:latin typeface="Poppins SemiBold" pitchFamily="2" charset="77"/>
              <a:cs typeface="Poppins SemiBold" pitchFamily="2" charset="77"/>
            </a:endParaRPr>
          </a:p>
        </p:txBody>
      </p:sp>
      <p:sp>
        <p:nvSpPr>
          <p:cNvPr id="7" name="TextBox 6">
            <a:extLst>
              <a:ext uri="{FF2B5EF4-FFF2-40B4-BE49-F238E27FC236}">
                <a16:creationId xmlns:a16="http://schemas.microsoft.com/office/drawing/2014/main" id="{3E638544-99B0-B281-D0C1-2A986ED37A42}"/>
              </a:ext>
            </a:extLst>
          </p:cNvPr>
          <p:cNvSpPr txBox="1"/>
          <p:nvPr/>
        </p:nvSpPr>
        <p:spPr>
          <a:xfrm>
            <a:off x="883759" y="2762712"/>
            <a:ext cx="3979792"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8" name="Rounded Rectangle 7">
            <a:extLst>
              <a:ext uri="{FF2B5EF4-FFF2-40B4-BE49-F238E27FC236}">
                <a16:creationId xmlns:a16="http://schemas.microsoft.com/office/drawing/2014/main" id="{2CC20B92-56A8-565E-04F4-051511DBE805}"/>
              </a:ext>
            </a:extLst>
          </p:cNvPr>
          <p:cNvSpPr/>
          <p:nvPr/>
        </p:nvSpPr>
        <p:spPr>
          <a:xfrm>
            <a:off x="965237" y="3674205"/>
            <a:ext cx="1093883" cy="677242"/>
          </a:xfrm>
          <a:prstGeom prst="roundRect">
            <a:avLst>
              <a:gd name="adj" fmla="val 8308"/>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2822E4B3-5265-C7A1-EC2A-B3FCA1740F44}"/>
              </a:ext>
            </a:extLst>
          </p:cNvPr>
          <p:cNvSpPr/>
          <p:nvPr/>
        </p:nvSpPr>
        <p:spPr>
          <a:xfrm>
            <a:off x="1331481" y="3833598"/>
            <a:ext cx="415712" cy="325014"/>
          </a:xfrm>
          <a:custGeom>
            <a:avLst/>
            <a:gdLst>
              <a:gd name="connsiteX0" fmla="*/ 177392 w 233826"/>
              <a:gd name="connsiteY0" fmla="*/ 140431 h 182811"/>
              <a:gd name="connsiteX1" fmla="*/ 131229 w 233826"/>
              <a:gd name="connsiteY1" fmla="*/ 127487 h 182811"/>
              <a:gd name="connsiteX2" fmla="*/ 27948 w 233826"/>
              <a:gd name="connsiteY2" fmla="*/ 1274 h 182811"/>
              <a:gd name="connsiteX3" fmla="*/ 14137 w 233826"/>
              <a:gd name="connsiteY3" fmla="*/ 8698 h 182811"/>
              <a:gd name="connsiteX4" fmla="*/ 4870 w 233826"/>
              <a:gd name="connsiteY4" fmla="*/ 73094 h 182811"/>
              <a:gd name="connsiteX5" fmla="*/ 10382 w 233826"/>
              <a:gd name="connsiteY5" fmla="*/ 180928 h 182811"/>
              <a:gd name="connsiteX6" fmla="*/ 12217 w 233826"/>
              <a:gd name="connsiteY6" fmla="*/ 182762 h 182811"/>
              <a:gd name="connsiteX7" fmla="*/ 15971 w 233826"/>
              <a:gd name="connsiteY7" fmla="*/ 182762 h 182811"/>
              <a:gd name="connsiteX8" fmla="*/ 16855 w 233826"/>
              <a:gd name="connsiteY8" fmla="*/ 181888 h 182811"/>
              <a:gd name="connsiteX9" fmla="*/ 17806 w 233826"/>
              <a:gd name="connsiteY9" fmla="*/ 180937 h 182811"/>
              <a:gd name="connsiteX10" fmla="*/ 19649 w 233826"/>
              <a:gd name="connsiteY10" fmla="*/ 91628 h 182811"/>
              <a:gd name="connsiteX11" fmla="*/ 71324 w 233826"/>
              <a:gd name="connsiteY11" fmla="*/ 128447 h 182811"/>
              <a:gd name="connsiteX12" fmla="*/ 122922 w 233826"/>
              <a:gd name="connsiteY12" fmla="*/ 182771 h 182811"/>
              <a:gd name="connsiteX13" fmla="*/ 223555 w 233826"/>
              <a:gd name="connsiteY13" fmla="*/ 177259 h 182811"/>
              <a:gd name="connsiteX14" fmla="*/ 177392 w 233826"/>
              <a:gd name="connsiteY14" fmla="*/ 140431 h 182811"/>
              <a:gd name="connsiteX15" fmla="*/ 177392 w 233826"/>
              <a:gd name="connsiteY15" fmla="*/ 140431 h 182811"/>
              <a:gd name="connsiteX16" fmla="*/ 124834 w 233826"/>
              <a:gd name="connsiteY16" fmla="*/ 149621 h 182811"/>
              <a:gd name="connsiteX17" fmla="*/ 124834 w 233826"/>
              <a:gd name="connsiteY17" fmla="*/ 149621 h 182811"/>
              <a:gd name="connsiteX18" fmla="*/ 38097 w 233826"/>
              <a:gd name="connsiteY18" fmla="*/ 20622 h 182811"/>
              <a:gd name="connsiteX19" fmla="*/ 38097 w 233826"/>
              <a:gd name="connsiteY19" fmla="*/ 19731 h 182811"/>
              <a:gd name="connsiteX20" fmla="*/ 57428 w 233826"/>
              <a:gd name="connsiteY20" fmla="*/ 44573 h 182811"/>
              <a:gd name="connsiteX21" fmla="*/ 102631 w 233826"/>
              <a:gd name="connsiteY21" fmla="*/ 101761 h 182811"/>
              <a:gd name="connsiteX22" fmla="*/ 130337 w 233826"/>
              <a:gd name="connsiteY22" fmla="*/ 135794 h 182811"/>
              <a:gd name="connsiteX23" fmla="*/ 171803 w 233826"/>
              <a:gd name="connsiteY23" fmla="*/ 145943 h 182811"/>
              <a:gd name="connsiteX24" fmla="*/ 124834 w 233826"/>
              <a:gd name="connsiteY24" fmla="*/ 149621 h 182811"/>
              <a:gd name="connsiteX25" fmla="*/ 124834 w 233826"/>
              <a:gd name="connsiteY25" fmla="*/ 149621 h 18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3826" h="182811">
                <a:moveTo>
                  <a:pt x="177392" y="140431"/>
                </a:moveTo>
                <a:cubicBezTo>
                  <a:pt x="158061" y="136754"/>
                  <a:pt x="145116" y="139480"/>
                  <a:pt x="131229" y="127487"/>
                </a:cubicBezTo>
                <a:cubicBezTo>
                  <a:pt x="118362" y="114551"/>
                  <a:pt x="38972" y="13267"/>
                  <a:pt x="27948" y="1274"/>
                </a:cubicBezTo>
                <a:cubicBezTo>
                  <a:pt x="24270" y="-3355"/>
                  <a:pt x="15971" y="5912"/>
                  <a:pt x="14137" y="8698"/>
                </a:cubicBezTo>
                <a:cubicBezTo>
                  <a:pt x="-1602" y="31638"/>
                  <a:pt x="-3437" y="51037"/>
                  <a:pt x="4870" y="73094"/>
                </a:cubicBezTo>
                <a:cubicBezTo>
                  <a:pt x="8548" y="83236"/>
                  <a:pt x="9499" y="157928"/>
                  <a:pt x="10382" y="180928"/>
                </a:cubicBezTo>
                <a:cubicBezTo>
                  <a:pt x="10382" y="181879"/>
                  <a:pt x="11334" y="182762"/>
                  <a:pt x="12217" y="182762"/>
                </a:cubicBezTo>
                <a:lnTo>
                  <a:pt x="15971" y="182762"/>
                </a:lnTo>
                <a:cubicBezTo>
                  <a:pt x="15971" y="182762"/>
                  <a:pt x="16855" y="182762"/>
                  <a:pt x="16855" y="181888"/>
                </a:cubicBezTo>
                <a:cubicBezTo>
                  <a:pt x="17806" y="181888"/>
                  <a:pt x="17806" y="180937"/>
                  <a:pt x="17806" y="180937"/>
                </a:cubicBezTo>
                <a:cubicBezTo>
                  <a:pt x="16855" y="161597"/>
                  <a:pt x="16855" y="96180"/>
                  <a:pt x="19649" y="91628"/>
                </a:cubicBezTo>
                <a:cubicBezTo>
                  <a:pt x="23327" y="86039"/>
                  <a:pt x="48247" y="75889"/>
                  <a:pt x="71324" y="128447"/>
                </a:cubicBezTo>
                <a:cubicBezTo>
                  <a:pt x="95284" y="180937"/>
                  <a:pt x="106386" y="182771"/>
                  <a:pt x="122922" y="182771"/>
                </a:cubicBezTo>
                <a:cubicBezTo>
                  <a:pt x="139613" y="182771"/>
                  <a:pt x="188493" y="183645"/>
                  <a:pt x="223555" y="177259"/>
                </a:cubicBezTo>
                <a:cubicBezTo>
                  <a:pt x="255821" y="169912"/>
                  <a:pt x="204147" y="146895"/>
                  <a:pt x="177392" y="140431"/>
                </a:cubicBezTo>
                <a:lnTo>
                  <a:pt x="177392" y="140431"/>
                </a:lnTo>
                <a:close/>
                <a:moveTo>
                  <a:pt x="124834" y="149621"/>
                </a:moveTo>
                <a:lnTo>
                  <a:pt x="124834" y="149621"/>
                </a:lnTo>
                <a:cubicBezTo>
                  <a:pt x="102631" y="124709"/>
                  <a:pt x="50956" y="39002"/>
                  <a:pt x="38097" y="20622"/>
                </a:cubicBezTo>
                <a:lnTo>
                  <a:pt x="38097" y="19731"/>
                </a:lnTo>
                <a:cubicBezTo>
                  <a:pt x="44561" y="27969"/>
                  <a:pt x="50956" y="36276"/>
                  <a:pt x="57428" y="44573"/>
                </a:cubicBezTo>
                <a:cubicBezTo>
                  <a:pt x="73159" y="63022"/>
                  <a:pt x="87938" y="82353"/>
                  <a:pt x="102631" y="101761"/>
                </a:cubicBezTo>
                <a:cubicBezTo>
                  <a:pt x="111898" y="112785"/>
                  <a:pt x="119313" y="125730"/>
                  <a:pt x="130337" y="135794"/>
                </a:cubicBezTo>
                <a:cubicBezTo>
                  <a:pt x="142313" y="145943"/>
                  <a:pt x="158052" y="142189"/>
                  <a:pt x="171803" y="145943"/>
                </a:cubicBezTo>
                <a:cubicBezTo>
                  <a:pt x="160778" y="154250"/>
                  <a:pt x="139613" y="167195"/>
                  <a:pt x="124834" y="149621"/>
                </a:cubicBezTo>
                <a:lnTo>
                  <a:pt x="124834" y="149621"/>
                </a:lnTo>
                <a:close/>
              </a:path>
            </a:pathLst>
          </a:custGeom>
          <a:solidFill>
            <a:schemeClr val="accent1"/>
          </a:solidFill>
          <a:ln w="8572" cap="flat">
            <a:noFill/>
            <a:prstDash val="solid"/>
            <a:miter/>
          </a:ln>
        </p:spPr>
        <p:txBody>
          <a:bodyPr rtlCol="0" anchor="ctr"/>
          <a:lstStyle/>
          <a:p>
            <a:endParaRPr lang="en-US"/>
          </a:p>
        </p:txBody>
      </p:sp>
      <p:sp>
        <p:nvSpPr>
          <p:cNvPr id="17" name="TextBox 16">
            <a:extLst>
              <a:ext uri="{FF2B5EF4-FFF2-40B4-BE49-F238E27FC236}">
                <a16:creationId xmlns:a16="http://schemas.microsoft.com/office/drawing/2014/main" id="{BDAC3980-AB70-5ADB-BC14-4FBE898939FD}"/>
              </a:ext>
            </a:extLst>
          </p:cNvPr>
          <p:cNvSpPr txBox="1"/>
          <p:nvPr/>
        </p:nvSpPr>
        <p:spPr>
          <a:xfrm>
            <a:off x="2389669" y="3674205"/>
            <a:ext cx="2707064" cy="338554"/>
          </a:xfrm>
          <a:prstGeom prst="rect">
            <a:avLst/>
          </a:prstGeom>
          <a:noFill/>
        </p:spPr>
        <p:txBody>
          <a:bodyPr wrap="square">
            <a:spAutoFit/>
          </a:bodyPr>
          <a:lstStyle/>
          <a:p>
            <a:r>
              <a:rPr lang="en-ID" sz="1600">
                <a:solidFill>
                  <a:schemeClr val="accent1"/>
                </a:solidFill>
                <a:latin typeface="Poppins Medium" pitchFamily="2" charset="77"/>
                <a:cs typeface="Poppins Medium" pitchFamily="2" charset="77"/>
              </a:rPr>
              <a:t>Head-to-Toe Pink Power</a:t>
            </a:r>
            <a:endParaRPr lang="en-US" sz="1600">
              <a:solidFill>
                <a:schemeClr val="accent1"/>
              </a:solidFill>
              <a:latin typeface="Poppins Medium" pitchFamily="2" charset="77"/>
              <a:cs typeface="Poppins Medium" pitchFamily="2" charset="77"/>
            </a:endParaRPr>
          </a:p>
        </p:txBody>
      </p:sp>
      <p:sp>
        <p:nvSpPr>
          <p:cNvPr id="18" name="TextBox 17">
            <a:extLst>
              <a:ext uri="{FF2B5EF4-FFF2-40B4-BE49-F238E27FC236}">
                <a16:creationId xmlns:a16="http://schemas.microsoft.com/office/drawing/2014/main" id="{7C703067-91E3-1429-715B-691596E9E400}"/>
              </a:ext>
            </a:extLst>
          </p:cNvPr>
          <p:cNvSpPr txBox="1"/>
          <p:nvPr/>
        </p:nvSpPr>
        <p:spPr>
          <a:xfrm>
            <a:off x="2389669" y="3983899"/>
            <a:ext cx="2989798"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9" name="Rounded Rectangle 18">
            <a:extLst>
              <a:ext uri="{FF2B5EF4-FFF2-40B4-BE49-F238E27FC236}">
                <a16:creationId xmlns:a16="http://schemas.microsoft.com/office/drawing/2014/main" id="{677F5B27-9877-28DE-DA20-840182761AEE}"/>
              </a:ext>
            </a:extLst>
          </p:cNvPr>
          <p:cNvSpPr/>
          <p:nvPr/>
        </p:nvSpPr>
        <p:spPr>
          <a:xfrm>
            <a:off x="965237" y="4984878"/>
            <a:ext cx="1093883" cy="677242"/>
          </a:xfrm>
          <a:prstGeom prst="roundRect">
            <a:avLst>
              <a:gd name="adj" fmla="val 8308"/>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84CDDDC-3D80-DF4C-97F0-69CEAE07DC06}"/>
              </a:ext>
            </a:extLst>
          </p:cNvPr>
          <p:cNvSpPr txBox="1"/>
          <p:nvPr/>
        </p:nvSpPr>
        <p:spPr>
          <a:xfrm>
            <a:off x="2389669" y="4984878"/>
            <a:ext cx="2707064" cy="338554"/>
          </a:xfrm>
          <a:prstGeom prst="rect">
            <a:avLst/>
          </a:prstGeom>
          <a:noFill/>
        </p:spPr>
        <p:txBody>
          <a:bodyPr wrap="square">
            <a:spAutoFit/>
          </a:bodyPr>
          <a:lstStyle/>
          <a:p>
            <a:r>
              <a:rPr lang="en-ID" sz="1600">
                <a:solidFill>
                  <a:schemeClr val="accent2"/>
                </a:solidFill>
                <a:latin typeface="Poppins Medium" pitchFamily="2" charset="77"/>
                <a:cs typeface="Poppins Medium" pitchFamily="2" charset="77"/>
              </a:rPr>
              <a:t>Play with Texture &amp; Tone</a:t>
            </a:r>
            <a:endParaRPr lang="en-US" sz="1600">
              <a:solidFill>
                <a:schemeClr val="accent2"/>
              </a:solidFill>
              <a:latin typeface="Poppins Medium" pitchFamily="2" charset="77"/>
              <a:cs typeface="Poppins Medium" pitchFamily="2" charset="77"/>
            </a:endParaRPr>
          </a:p>
        </p:txBody>
      </p:sp>
      <p:sp>
        <p:nvSpPr>
          <p:cNvPr id="22" name="TextBox 21">
            <a:extLst>
              <a:ext uri="{FF2B5EF4-FFF2-40B4-BE49-F238E27FC236}">
                <a16:creationId xmlns:a16="http://schemas.microsoft.com/office/drawing/2014/main" id="{9BFC253F-0F78-C871-20EB-33BD6C24E58E}"/>
              </a:ext>
            </a:extLst>
          </p:cNvPr>
          <p:cNvSpPr txBox="1"/>
          <p:nvPr/>
        </p:nvSpPr>
        <p:spPr>
          <a:xfrm>
            <a:off x="2389669" y="5294572"/>
            <a:ext cx="2989798"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24" name="Freeform 23">
            <a:extLst>
              <a:ext uri="{FF2B5EF4-FFF2-40B4-BE49-F238E27FC236}">
                <a16:creationId xmlns:a16="http://schemas.microsoft.com/office/drawing/2014/main" id="{532BDFAB-DA51-FE5C-D06B-48467947E165}"/>
              </a:ext>
            </a:extLst>
          </p:cNvPr>
          <p:cNvSpPr/>
          <p:nvPr/>
        </p:nvSpPr>
        <p:spPr>
          <a:xfrm>
            <a:off x="1378344" y="5147549"/>
            <a:ext cx="267668" cy="351766"/>
          </a:xfrm>
          <a:custGeom>
            <a:avLst/>
            <a:gdLst>
              <a:gd name="connsiteX0" fmla="*/ 131753 w 178276"/>
              <a:gd name="connsiteY0" fmla="*/ 68385 h 234288"/>
              <a:gd name="connsiteX1" fmla="*/ 125281 w 178276"/>
              <a:gd name="connsiteY1" fmla="*/ 60078 h 234288"/>
              <a:gd name="connsiteX2" fmla="*/ 137265 w 178276"/>
              <a:gd name="connsiteY2" fmla="*/ 47134 h 234288"/>
              <a:gd name="connsiteX3" fmla="*/ 140051 w 178276"/>
              <a:gd name="connsiteY3" fmla="*/ 40739 h 234288"/>
              <a:gd name="connsiteX4" fmla="*/ 137265 w 178276"/>
              <a:gd name="connsiteY4" fmla="*/ 33323 h 234288"/>
              <a:gd name="connsiteX5" fmla="*/ 114179 w 178276"/>
              <a:gd name="connsiteY5" fmla="*/ 10306 h 234288"/>
              <a:gd name="connsiteX6" fmla="*/ 62581 w 178276"/>
              <a:gd name="connsiteY6" fmla="*/ 10306 h 234288"/>
              <a:gd name="connsiteX7" fmla="*/ 40378 w 178276"/>
              <a:gd name="connsiteY7" fmla="*/ 33323 h 234288"/>
              <a:gd name="connsiteX8" fmla="*/ 36701 w 178276"/>
              <a:gd name="connsiteY8" fmla="*/ 40739 h 234288"/>
              <a:gd name="connsiteX9" fmla="*/ 40378 w 178276"/>
              <a:gd name="connsiteY9" fmla="*/ 47134 h 234288"/>
              <a:gd name="connsiteX10" fmla="*/ 52431 w 178276"/>
              <a:gd name="connsiteY10" fmla="*/ 59187 h 234288"/>
              <a:gd name="connsiteX11" fmla="*/ 56109 w 178276"/>
              <a:gd name="connsiteY11" fmla="*/ 62864 h 234288"/>
              <a:gd name="connsiteX12" fmla="*/ 51480 w 178276"/>
              <a:gd name="connsiteY12" fmla="*/ 66542 h 234288"/>
              <a:gd name="connsiteX13" fmla="*/ 35818 w 178276"/>
              <a:gd name="connsiteY13" fmla="*/ 71179 h 234288"/>
              <a:gd name="connsiteX14" fmla="*/ 13624 w 178276"/>
              <a:gd name="connsiteY14" fmla="*/ 84038 h 234288"/>
              <a:gd name="connsiteX15" fmla="*/ 8103 w 178276"/>
              <a:gd name="connsiteY15" fmla="*/ 108881 h 234288"/>
              <a:gd name="connsiteX16" fmla="*/ 8103 w 178276"/>
              <a:gd name="connsiteY16" fmla="*/ 108881 h 234288"/>
              <a:gd name="connsiteX17" fmla="*/ 8103 w 178276"/>
              <a:gd name="connsiteY17" fmla="*/ 109833 h 234288"/>
              <a:gd name="connsiteX18" fmla="*/ 757 w 178276"/>
              <a:gd name="connsiteY18" fmla="*/ 226848 h 234288"/>
              <a:gd name="connsiteX19" fmla="*/ 2600 w 178276"/>
              <a:gd name="connsiteY19" fmla="*/ 226848 h 234288"/>
              <a:gd name="connsiteX20" fmla="*/ 2600 w 178276"/>
              <a:gd name="connsiteY20" fmla="*/ 227799 h 234288"/>
              <a:gd name="connsiteX21" fmla="*/ 8111 w 178276"/>
              <a:gd name="connsiteY21" fmla="*/ 233311 h 234288"/>
              <a:gd name="connsiteX22" fmla="*/ 21056 w 178276"/>
              <a:gd name="connsiteY22" fmla="*/ 233311 h 234288"/>
              <a:gd name="connsiteX23" fmla="*/ 26568 w 178276"/>
              <a:gd name="connsiteY23" fmla="*/ 227799 h 234288"/>
              <a:gd name="connsiteX24" fmla="*/ 26568 w 178276"/>
              <a:gd name="connsiteY24" fmla="*/ 226848 h 234288"/>
              <a:gd name="connsiteX25" fmla="*/ 29363 w 178276"/>
              <a:gd name="connsiteY25" fmla="*/ 226848 h 234288"/>
              <a:gd name="connsiteX26" fmla="*/ 39513 w 178276"/>
              <a:gd name="connsiteY26" fmla="*/ 131076 h 234288"/>
              <a:gd name="connsiteX27" fmla="*/ 39513 w 178276"/>
              <a:gd name="connsiteY27" fmla="*/ 202887 h 234288"/>
              <a:gd name="connsiteX28" fmla="*/ 39513 w 178276"/>
              <a:gd name="connsiteY28" fmla="*/ 209283 h 234288"/>
              <a:gd name="connsiteX29" fmla="*/ 39513 w 178276"/>
              <a:gd name="connsiteY29" fmla="*/ 225965 h 234288"/>
              <a:gd name="connsiteX30" fmla="*/ 85676 w 178276"/>
              <a:gd name="connsiteY30" fmla="*/ 234271 h 234288"/>
              <a:gd name="connsiteX31" fmla="*/ 81912 w 178276"/>
              <a:gd name="connsiteY31" fmla="*/ 70219 h 234288"/>
              <a:gd name="connsiteX32" fmla="*/ 81912 w 178276"/>
              <a:gd name="connsiteY32" fmla="*/ 69336 h 234288"/>
              <a:gd name="connsiteX33" fmla="*/ 81021 w 178276"/>
              <a:gd name="connsiteY33" fmla="*/ 69336 h 234288"/>
              <a:gd name="connsiteX34" fmla="*/ 78235 w 178276"/>
              <a:gd name="connsiteY34" fmla="*/ 66542 h 234288"/>
              <a:gd name="connsiteX35" fmla="*/ 56992 w 178276"/>
              <a:gd name="connsiteY35" fmla="*/ 45376 h 234288"/>
              <a:gd name="connsiteX36" fmla="*/ 56992 w 178276"/>
              <a:gd name="connsiteY36" fmla="*/ 36110 h 234288"/>
              <a:gd name="connsiteX37" fmla="*/ 67142 w 178276"/>
              <a:gd name="connsiteY37" fmla="*/ 25968 h 234288"/>
              <a:gd name="connsiteX38" fmla="*/ 109627 w 178276"/>
              <a:gd name="connsiteY38" fmla="*/ 25968 h 234288"/>
              <a:gd name="connsiteX39" fmla="*/ 119777 w 178276"/>
              <a:gd name="connsiteY39" fmla="*/ 36110 h 234288"/>
              <a:gd name="connsiteX40" fmla="*/ 119777 w 178276"/>
              <a:gd name="connsiteY40" fmla="*/ 45376 h 234288"/>
              <a:gd name="connsiteX41" fmla="*/ 95817 w 178276"/>
              <a:gd name="connsiteY41" fmla="*/ 69336 h 234288"/>
              <a:gd name="connsiteX42" fmla="*/ 94857 w 178276"/>
              <a:gd name="connsiteY42" fmla="*/ 70219 h 234288"/>
              <a:gd name="connsiteX43" fmla="*/ 93022 w 178276"/>
              <a:gd name="connsiteY43" fmla="*/ 234288 h 234288"/>
              <a:gd name="connsiteX44" fmla="*/ 138225 w 178276"/>
              <a:gd name="connsiteY44" fmla="*/ 225982 h 234288"/>
              <a:gd name="connsiteX45" fmla="*/ 138225 w 178276"/>
              <a:gd name="connsiteY45" fmla="*/ 209300 h 234288"/>
              <a:gd name="connsiteX46" fmla="*/ 138225 w 178276"/>
              <a:gd name="connsiteY46" fmla="*/ 202905 h 234288"/>
              <a:gd name="connsiteX47" fmla="*/ 138225 w 178276"/>
              <a:gd name="connsiteY47" fmla="*/ 131084 h 234288"/>
              <a:gd name="connsiteX48" fmla="*/ 148375 w 178276"/>
              <a:gd name="connsiteY48" fmla="*/ 226856 h 234288"/>
              <a:gd name="connsiteX49" fmla="*/ 151161 w 178276"/>
              <a:gd name="connsiteY49" fmla="*/ 226856 h 234288"/>
              <a:gd name="connsiteX50" fmla="*/ 151161 w 178276"/>
              <a:gd name="connsiteY50" fmla="*/ 227808 h 234288"/>
              <a:gd name="connsiteX51" fmla="*/ 156682 w 178276"/>
              <a:gd name="connsiteY51" fmla="*/ 233320 h 234288"/>
              <a:gd name="connsiteX52" fmla="*/ 169540 w 178276"/>
              <a:gd name="connsiteY52" fmla="*/ 233320 h 234288"/>
              <a:gd name="connsiteX53" fmla="*/ 175130 w 178276"/>
              <a:gd name="connsiteY53" fmla="*/ 227808 h 234288"/>
              <a:gd name="connsiteX54" fmla="*/ 175130 w 178276"/>
              <a:gd name="connsiteY54" fmla="*/ 226856 h 234288"/>
              <a:gd name="connsiteX55" fmla="*/ 177916 w 178276"/>
              <a:gd name="connsiteY55" fmla="*/ 226856 h 234288"/>
              <a:gd name="connsiteX56" fmla="*/ 169532 w 178276"/>
              <a:gd name="connsiteY56" fmla="*/ 109842 h 234288"/>
              <a:gd name="connsiteX57" fmla="*/ 169532 w 178276"/>
              <a:gd name="connsiteY57" fmla="*/ 109842 h 234288"/>
              <a:gd name="connsiteX58" fmla="*/ 169532 w 178276"/>
              <a:gd name="connsiteY58" fmla="*/ 108890 h 234288"/>
              <a:gd name="connsiteX59" fmla="*/ 164020 w 178276"/>
              <a:gd name="connsiteY59" fmla="*/ 84921 h 234288"/>
              <a:gd name="connsiteX60" fmla="*/ 141894 w 178276"/>
              <a:gd name="connsiteY60" fmla="*/ 71188 h 234288"/>
              <a:gd name="connsiteX61" fmla="*/ 131753 w 178276"/>
              <a:gd name="connsiteY61" fmla="*/ 68385 h 234288"/>
              <a:gd name="connsiteX62" fmla="*/ 131753 w 178276"/>
              <a:gd name="connsiteY62" fmla="*/ 68385 h 234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78276" h="234288">
                <a:moveTo>
                  <a:pt x="131753" y="68385"/>
                </a:moveTo>
                <a:lnTo>
                  <a:pt x="125281" y="60078"/>
                </a:lnTo>
                <a:lnTo>
                  <a:pt x="137265" y="47134"/>
                </a:lnTo>
                <a:cubicBezTo>
                  <a:pt x="139100" y="45376"/>
                  <a:pt x="140051" y="43456"/>
                  <a:pt x="140051" y="40739"/>
                </a:cubicBezTo>
                <a:cubicBezTo>
                  <a:pt x="140051" y="38030"/>
                  <a:pt x="139100" y="35235"/>
                  <a:pt x="137265" y="33323"/>
                </a:cubicBezTo>
                <a:lnTo>
                  <a:pt x="114179" y="10306"/>
                </a:lnTo>
                <a:cubicBezTo>
                  <a:pt x="100369" y="-3435"/>
                  <a:pt x="77283" y="-3435"/>
                  <a:pt x="62581" y="10306"/>
                </a:cubicBezTo>
                <a:lnTo>
                  <a:pt x="40378" y="33323"/>
                </a:lnTo>
                <a:cubicBezTo>
                  <a:pt x="38544" y="35235"/>
                  <a:pt x="36701" y="38030"/>
                  <a:pt x="36701" y="40739"/>
                </a:cubicBezTo>
                <a:cubicBezTo>
                  <a:pt x="36701" y="43456"/>
                  <a:pt x="38544" y="45376"/>
                  <a:pt x="40378" y="47134"/>
                </a:cubicBezTo>
                <a:lnTo>
                  <a:pt x="52431" y="59187"/>
                </a:lnTo>
                <a:lnTo>
                  <a:pt x="56109" y="62864"/>
                </a:lnTo>
                <a:lnTo>
                  <a:pt x="51480" y="66542"/>
                </a:lnTo>
                <a:cubicBezTo>
                  <a:pt x="46851" y="67433"/>
                  <a:pt x="42290" y="69336"/>
                  <a:pt x="35818" y="71179"/>
                </a:cubicBezTo>
                <a:cubicBezTo>
                  <a:pt x="29354" y="73888"/>
                  <a:pt x="18253" y="80361"/>
                  <a:pt x="13624" y="84038"/>
                </a:cubicBezTo>
                <a:cubicBezTo>
                  <a:pt x="13624" y="84038"/>
                  <a:pt x="10906" y="96974"/>
                  <a:pt x="8103" y="108881"/>
                </a:cubicBezTo>
                <a:lnTo>
                  <a:pt x="8103" y="108881"/>
                </a:lnTo>
                <a:lnTo>
                  <a:pt x="8103" y="109833"/>
                </a:lnTo>
                <a:cubicBezTo>
                  <a:pt x="3474" y="135636"/>
                  <a:pt x="-2038" y="178996"/>
                  <a:pt x="757" y="226848"/>
                </a:cubicBezTo>
                <a:lnTo>
                  <a:pt x="2600" y="226848"/>
                </a:lnTo>
                <a:lnTo>
                  <a:pt x="2600" y="227799"/>
                </a:lnTo>
                <a:cubicBezTo>
                  <a:pt x="2600" y="231485"/>
                  <a:pt x="5394" y="233311"/>
                  <a:pt x="8111" y="233311"/>
                </a:cubicBezTo>
                <a:lnTo>
                  <a:pt x="21056" y="233311"/>
                </a:lnTo>
                <a:cubicBezTo>
                  <a:pt x="23765" y="233311"/>
                  <a:pt x="26568" y="231477"/>
                  <a:pt x="26568" y="227799"/>
                </a:cubicBezTo>
                <a:lnTo>
                  <a:pt x="26568" y="226848"/>
                </a:lnTo>
                <a:lnTo>
                  <a:pt x="29363" y="226848"/>
                </a:lnTo>
                <a:cubicBezTo>
                  <a:pt x="29363" y="226848"/>
                  <a:pt x="26568" y="150329"/>
                  <a:pt x="39513" y="131076"/>
                </a:cubicBezTo>
                <a:lnTo>
                  <a:pt x="39513" y="202887"/>
                </a:lnTo>
                <a:lnTo>
                  <a:pt x="39513" y="209283"/>
                </a:lnTo>
                <a:lnTo>
                  <a:pt x="39513" y="225965"/>
                </a:lnTo>
                <a:cubicBezTo>
                  <a:pt x="39513" y="225965"/>
                  <a:pt x="64424" y="233311"/>
                  <a:pt x="85676" y="234271"/>
                </a:cubicBezTo>
                <a:lnTo>
                  <a:pt x="81912" y="70219"/>
                </a:lnTo>
                <a:lnTo>
                  <a:pt x="81912" y="69336"/>
                </a:lnTo>
                <a:lnTo>
                  <a:pt x="81021" y="69336"/>
                </a:lnTo>
                <a:cubicBezTo>
                  <a:pt x="81021" y="68385"/>
                  <a:pt x="80069" y="67425"/>
                  <a:pt x="78235" y="66542"/>
                </a:cubicBezTo>
                <a:lnTo>
                  <a:pt x="56992" y="45376"/>
                </a:lnTo>
                <a:cubicBezTo>
                  <a:pt x="54206" y="42582"/>
                  <a:pt x="54206" y="38904"/>
                  <a:pt x="56992" y="36110"/>
                </a:cubicBezTo>
                <a:lnTo>
                  <a:pt x="67142" y="25968"/>
                </a:lnTo>
                <a:cubicBezTo>
                  <a:pt x="79118" y="14052"/>
                  <a:pt x="98526" y="14052"/>
                  <a:pt x="109627" y="25968"/>
                </a:cubicBezTo>
                <a:lnTo>
                  <a:pt x="119777" y="36110"/>
                </a:lnTo>
                <a:cubicBezTo>
                  <a:pt x="122572" y="38904"/>
                  <a:pt x="122572" y="42582"/>
                  <a:pt x="119777" y="45376"/>
                </a:cubicBezTo>
                <a:lnTo>
                  <a:pt x="95817" y="69336"/>
                </a:lnTo>
                <a:cubicBezTo>
                  <a:pt x="95817" y="70219"/>
                  <a:pt x="94857" y="70219"/>
                  <a:pt x="94857" y="70219"/>
                </a:cubicBezTo>
                <a:lnTo>
                  <a:pt x="93022" y="234288"/>
                </a:lnTo>
                <a:cubicBezTo>
                  <a:pt x="113305" y="233337"/>
                  <a:pt x="138225" y="225982"/>
                  <a:pt x="138225" y="225982"/>
                </a:cubicBezTo>
                <a:lnTo>
                  <a:pt x="138225" y="209300"/>
                </a:lnTo>
                <a:lnTo>
                  <a:pt x="138225" y="202905"/>
                </a:lnTo>
                <a:lnTo>
                  <a:pt x="138225" y="131084"/>
                </a:lnTo>
                <a:cubicBezTo>
                  <a:pt x="151161" y="150338"/>
                  <a:pt x="148375" y="226856"/>
                  <a:pt x="148375" y="226856"/>
                </a:cubicBezTo>
                <a:lnTo>
                  <a:pt x="151161" y="226856"/>
                </a:lnTo>
                <a:lnTo>
                  <a:pt x="151161" y="227808"/>
                </a:lnTo>
                <a:cubicBezTo>
                  <a:pt x="151161" y="231494"/>
                  <a:pt x="152995" y="233320"/>
                  <a:pt x="156682" y="233320"/>
                </a:cubicBezTo>
                <a:lnTo>
                  <a:pt x="169540" y="233320"/>
                </a:lnTo>
                <a:cubicBezTo>
                  <a:pt x="172335" y="233320"/>
                  <a:pt x="175130" y="231485"/>
                  <a:pt x="175130" y="227808"/>
                </a:cubicBezTo>
                <a:lnTo>
                  <a:pt x="175130" y="226856"/>
                </a:lnTo>
                <a:lnTo>
                  <a:pt x="177916" y="226856"/>
                </a:lnTo>
                <a:cubicBezTo>
                  <a:pt x="179759" y="179004"/>
                  <a:pt x="174161" y="135636"/>
                  <a:pt x="169532" y="109842"/>
                </a:cubicBezTo>
                <a:lnTo>
                  <a:pt x="169532" y="109842"/>
                </a:lnTo>
                <a:lnTo>
                  <a:pt x="169532" y="108890"/>
                </a:lnTo>
                <a:cubicBezTo>
                  <a:pt x="166814" y="96974"/>
                  <a:pt x="164020" y="84921"/>
                  <a:pt x="164020" y="84921"/>
                </a:cubicBezTo>
                <a:cubicBezTo>
                  <a:pt x="159382" y="80369"/>
                  <a:pt x="148366" y="73897"/>
                  <a:pt x="141894" y="71188"/>
                </a:cubicBezTo>
                <a:cubicBezTo>
                  <a:pt x="138225" y="70219"/>
                  <a:pt x="134470" y="68385"/>
                  <a:pt x="131753" y="68385"/>
                </a:cubicBezTo>
                <a:lnTo>
                  <a:pt x="131753" y="68385"/>
                </a:lnTo>
                <a:close/>
              </a:path>
            </a:pathLst>
          </a:custGeom>
          <a:solidFill>
            <a:schemeClr val="accent2"/>
          </a:solidFill>
          <a:ln w="8572" cap="flat">
            <a:noFill/>
            <a:prstDash val="solid"/>
            <a:miter/>
          </a:ln>
        </p:spPr>
        <p:txBody>
          <a:bodyPr rtlCol="0" anchor="ctr"/>
          <a:lstStyle/>
          <a:p>
            <a:endParaRPr lang="en-US"/>
          </a:p>
        </p:txBody>
      </p:sp>
      <p:sp>
        <p:nvSpPr>
          <p:cNvPr id="3" name="Picture Placeholder 2">
            <a:extLst>
              <a:ext uri="{FF2B5EF4-FFF2-40B4-BE49-F238E27FC236}">
                <a16:creationId xmlns:a16="http://schemas.microsoft.com/office/drawing/2014/main" id="{BB4105D8-BB55-12F9-A45D-C9ED52BF445B}"/>
              </a:ext>
            </a:extLst>
          </p:cNvPr>
          <p:cNvSpPr>
            <a:spLocks noGrp="1"/>
          </p:cNvSpPr>
          <p:nvPr>
            <p:ph type="pic" sz="quarter" idx="10"/>
          </p:nvPr>
        </p:nvSpPr>
        <p:spPr/>
        <p:txBody>
          <a:bodyPr/>
          <a:lstStyle/>
          <a:p>
            <a:endParaRPr lang="zh-TW" altLang="en-US"/>
          </a:p>
        </p:txBody>
      </p:sp>
      <p:sp>
        <p:nvSpPr>
          <p:cNvPr id="5" name="Picture Placeholder 4">
            <a:extLst>
              <a:ext uri="{FF2B5EF4-FFF2-40B4-BE49-F238E27FC236}">
                <a16:creationId xmlns:a16="http://schemas.microsoft.com/office/drawing/2014/main" id="{D0D4198E-01F0-B5C1-731C-848A0E8D7C94}"/>
              </a:ext>
            </a:extLst>
          </p:cNvPr>
          <p:cNvSpPr>
            <a:spLocks noGrp="1"/>
          </p:cNvSpPr>
          <p:nvPr>
            <p:ph type="pic" sz="quarter" idx="11"/>
          </p:nvPr>
        </p:nvSpPr>
        <p:spPr/>
        <p:txBody>
          <a:bodyPr/>
          <a:lstStyle/>
          <a:p>
            <a:endParaRPr lang="zh-TW" altLang="en-US"/>
          </a:p>
        </p:txBody>
      </p:sp>
    </p:spTree>
    <p:extLst>
      <p:ext uri="{BB962C8B-B14F-4D97-AF65-F5344CB8AC3E}">
        <p14:creationId xmlns:p14="http://schemas.microsoft.com/office/powerpoint/2010/main" val="2243928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81294-0D0D-997E-6B86-E85CD1742909}"/>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1A1B568A-F468-9122-2B7C-5414FEA3CD33}"/>
              </a:ext>
            </a:extLst>
          </p:cNvPr>
          <p:cNvSpPr>
            <a:spLocks noGrp="1"/>
          </p:cNvSpPr>
          <p:nvPr>
            <p:ph type="pic" sz="quarter" idx="10"/>
          </p:nvPr>
        </p:nvSpPr>
        <p:spPr/>
        <p:txBody>
          <a:bodyPr/>
          <a:lstStyle/>
          <a:p>
            <a:endParaRPr lang="zh-TW" altLang="en-US"/>
          </a:p>
        </p:txBody>
      </p:sp>
      <p:sp>
        <p:nvSpPr>
          <p:cNvPr id="32" name="Rounded Rectangle 31">
            <a:extLst>
              <a:ext uri="{FF2B5EF4-FFF2-40B4-BE49-F238E27FC236}">
                <a16:creationId xmlns:a16="http://schemas.microsoft.com/office/drawing/2014/main" id="{6F8EBF4D-9F2D-FFCF-8D1B-C4670D097D36}"/>
              </a:ext>
            </a:extLst>
          </p:cNvPr>
          <p:cNvSpPr/>
          <p:nvPr/>
        </p:nvSpPr>
        <p:spPr>
          <a:xfrm>
            <a:off x="1565884" y="3217042"/>
            <a:ext cx="4244953" cy="600709"/>
          </a:xfrm>
          <a:prstGeom prst="roundRect">
            <a:avLst>
              <a:gd name="adj" fmla="val 8308"/>
            </a:avLst>
          </a:prstGeom>
          <a:solidFill>
            <a:schemeClr val="bg1">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9DE5F2-FE93-A8F2-885B-34097D751D42}"/>
              </a:ext>
            </a:extLst>
          </p:cNvPr>
          <p:cNvSpPr txBox="1"/>
          <p:nvPr/>
        </p:nvSpPr>
        <p:spPr>
          <a:xfrm>
            <a:off x="6884893" y="1782199"/>
            <a:ext cx="4428565"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Day</a:t>
            </a:r>
            <a:r>
              <a:rPr lang="en-ID" sz="3600" b="1">
                <a:latin typeface="Poppins SemiBold" pitchFamily="2" charset="77"/>
                <a:cs typeface="Poppins SemiBold" pitchFamily="2" charset="77"/>
              </a:rPr>
              <a:t> to Night Outfits with a </a:t>
            </a:r>
            <a:r>
              <a:rPr lang="en-ID" sz="3600" b="1">
                <a:solidFill>
                  <a:schemeClr val="accent1"/>
                </a:solidFill>
                <a:latin typeface="Poppins SemiBold" pitchFamily="2" charset="77"/>
                <a:cs typeface="Poppins SemiBold" pitchFamily="2" charset="77"/>
              </a:rPr>
              <a:t>Pink</a:t>
            </a:r>
            <a:endParaRPr lang="en-US" sz="3600" b="1">
              <a:solidFill>
                <a:schemeClr val="accent1"/>
              </a:solidFill>
              <a:latin typeface="Poppins SemiBold" pitchFamily="2" charset="77"/>
              <a:cs typeface="Poppins SemiBold" pitchFamily="2" charset="77"/>
            </a:endParaRPr>
          </a:p>
        </p:txBody>
      </p:sp>
      <p:sp>
        <p:nvSpPr>
          <p:cNvPr id="8" name="TextBox 7">
            <a:extLst>
              <a:ext uri="{FF2B5EF4-FFF2-40B4-BE49-F238E27FC236}">
                <a16:creationId xmlns:a16="http://schemas.microsoft.com/office/drawing/2014/main" id="{8F0C0A54-D67B-0905-1FD9-EE9D09BB782C}"/>
              </a:ext>
            </a:extLst>
          </p:cNvPr>
          <p:cNvSpPr txBox="1"/>
          <p:nvPr/>
        </p:nvSpPr>
        <p:spPr>
          <a:xfrm>
            <a:off x="6884893" y="3067436"/>
            <a:ext cx="3979792"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2A0572AA-7E56-FC5B-6B03-DE1B3F42C161}"/>
              </a:ext>
            </a:extLst>
          </p:cNvPr>
          <p:cNvSpPr txBox="1"/>
          <p:nvPr/>
        </p:nvSpPr>
        <p:spPr>
          <a:xfrm>
            <a:off x="893532" y="4558072"/>
            <a:ext cx="3320394" cy="400110"/>
          </a:xfrm>
          <a:prstGeom prst="rect">
            <a:avLst/>
          </a:prstGeom>
          <a:noFill/>
        </p:spPr>
        <p:txBody>
          <a:bodyPr wrap="square">
            <a:spAutoFit/>
          </a:bodyPr>
          <a:lstStyle/>
          <a:p>
            <a:r>
              <a:rPr lang="en-ID" sz="2000">
                <a:solidFill>
                  <a:schemeClr val="accent1"/>
                </a:solidFill>
                <a:latin typeface="Poppins Medium" pitchFamily="2" charset="77"/>
                <a:cs typeface="Poppins Medium" pitchFamily="2" charset="77"/>
              </a:rPr>
              <a:t>Color Palette Outfit Pink</a:t>
            </a:r>
            <a:endParaRPr lang="en-US" sz="2000">
              <a:solidFill>
                <a:schemeClr val="accent1"/>
              </a:solidFill>
              <a:latin typeface="Poppins Medium" pitchFamily="2" charset="77"/>
              <a:cs typeface="Poppins Medium" pitchFamily="2" charset="77"/>
            </a:endParaRPr>
          </a:p>
        </p:txBody>
      </p:sp>
      <p:sp>
        <p:nvSpPr>
          <p:cNvPr id="20" name="TextBox 19">
            <a:extLst>
              <a:ext uri="{FF2B5EF4-FFF2-40B4-BE49-F238E27FC236}">
                <a16:creationId xmlns:a16="http://schemas.microsoft.com/office/drawing/2014/main" id="{8B71B7A2-221E-F102-78E2-E8145C62AA26}"/>
              </a:ext>
            </a:extLst>
          </p:cNvPr>
          <p:cNvSpPr txBox="1"/>
          <p:nvPr/>
        </p:nvSpPr>
        <p:spPr>
          <a:xfrm>
            <a:off x="893531" y="4960146"/>
            <a:ext cx="5217459"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 laboris nisi ut aliquip ex ea</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03B2F067-4A85-E82E-C0DF-A4E22C069CDC}"/>
              </a:ext>
            </a:extLst>
          </p:cNvPr>
          <p:cNvGrpSpPr/>
          <p:nvPr/>
        </p:nvGrpSpPr>
        <p:grpSpPr>
          <a:xfrm>
            <a:off x="1981541" y="3484068"/>
            <a:ext cx="3413639" cy="600708"/>
            <a:chOff x="1327315" y="3375212"/>
            <a:chExt cx="4546719" cy="800100"/>
          </a:xfrm>
        </p:grpSpPr>
        <p:sp>
          <p:nvSpPr>
            <p:cNvPr id="14" name="Rounded Rectangle 13">
              <a:extLst>
                <a:ext uri="{FF2B5EF4-FFF2-40B4-BE49-F238E27FC236}">
                  <a16:creationId xmlns:a16="http://schemas.microsoft.com/office/drawing/2014/main" id="{999B861B-BF25-330D-89C4-8266E363A870}"/>
                </a:ext>
              </a:extLst>
            </p:cNvPr>
            <p:cNvSpPr/>
            <p:nvPr/>
          </p:nvSpPr>
          <p:spPr>
            <a:xfrm>
              <a:off x="1327315" y="3375212"/>
              <a:ext cx="800100" cy="8001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5F7FFE31-CCF3-C2A7-CE59-D61D77D1ACB4}"/>
                </a:ext>
              </a:extLst>
            </p:cNvPr>
            <p:cNvSpPr/>
            <p:nvPr/>
          </p:nvSpPr>
          <p:spPr>
            <a:xfrm>
              <a:off x="2576188" y="3375212"/>
              <a:ext cx="800100" cy="80010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4E864D26-1ED1-FA06-76F0-87AE87AD7E46}"/>
                </a:ext>
              </a:extLst>
            </p:cNvPr>
            <p:cNvSpPr/>
            <p:nvPr/>
          </p:nvSpPr>
          <p:spPr>
            <a:xfrm>
              <a:off x="3825061" y="3375212"/>
              <a:ext cx="800100" cy="80010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3A8ACCF7-2D7B-E4F6-84A9-0B18465111B1}"/>
                </a:ext>
              </a:extLst>
            </p:cNvPr>
            <p:cNvSpPr/>
            <p:nvPr/>
          </p:nvSpPr>
          <p:spPr>
            <a:xfrm>
              <a:off x="5073934" y="3375212"/>
              <a:ext cx="800100" cy="80010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Picture Placeholder 3">
            <a:extLst>
              <a:ext uri="{FF2B5EF4-FFF2-40B4-BE49-F238E27FC236}">
                <a16:creationId xmlns:a16="http://schemas.microsoft.com/office/drawing/2014/main" id="{B9ECD8F8-2C72-74BD-C4D5-083969CA17E0}"/>
              </a:ext>
            </a:extLst>
          </p:cNvPr>
          <p:cNvSpPr>
            <a:spLocks noGrp="1"/>
          </p:cNvSpPr>
          <p:nvPr>
            <p:ph type="pic" sz="quarter" idx="11"/>
          </p:nvPr>
        </p:nvSpPr>
        <p:spPr/>
        <p:txBody>
          <a:bodyPr/>
          <a:lstStyle/>
          <a:p>
            <a:endParaRPr lang="zh-TW" altLang="en-US"/>
          </a:p>
        </p:txBody>
      </p:sp>
    </p:spTree>
    <p:extLst>
      <p:ext uri="{BB962C8B-B14F-4D97-AF65-F5344CB8AC3E}">
        <p14:creationId xmlns:p14="http://schemas.microsoft.com/office/powerpoint/2010/main" val="1275738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536CC9-0276-2825-414B-213F87855B95}"/>
              </a:ext>
            </a:extLst>
          </p:cNvPr>
          <p:cNvSpPr txBox="1"/>
          <p:nvPr/>
        </p:nvSpPr>
        <p:spPr>
          <a:xfrm>
            <a:off x="741337" y="2302810"/>
            <a:ext cx="3830663"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Fashion </a:t>
            </a:r>
            <a:r>
              <a:rPr lang="en-ID" sz="3600" b="1">
                <a:latin typeface="Poppins SemiBold" pitchFamily="2" charset="77"/>
                <a:cs typeface="Poppins SemiBold" pitchFamily="2" charset="77"/>
              </a:rPr>
              <a:t>Icons Who Made </a:t>
            </a:r>
            <a:r>
              <a:rPr lang="en-ID" sz="3600" b="1">
                <a:solidFill>
                  <a:schemeClr val="accent1"/>
                </a:solidFill>
                <a:latin typeface="Poppins SemiBold" pitchFamily="2" charset="77"/>
                <a:cs typeface="Poppins SemiBold" pitchFamily="2" charset="77"/>
              </a:rPr>
              <a:t>Pink</a:t>
            </a:r>
            <a:endParaRPr lang="en-US" sz="3600" b="1">
              <a:solidFill>
                <a:schemeClr val="accent1"/>
              </a:solidFill>
              <a:latin typeface="Poppins SemiBold" pitchFamily="2" charset="77"/>
              <a:cs typeface="Poppins SemiBold" pitchFamily="2" charset="77"/>
            </a:endParaRPr>
          </a:p>
        </p:txBody>
      </p:sp>
      <p:sp>
        <p:nvSpPr>
          <p:cNvPr id="5" name="TextBox 4">
            <a:extLst>
              <a:ext uri="{FF2B5EF4-FFF2-40B4-BE49-F238E27FC236}">
                <a16:creationId xmlns:a16="http://schemas.microsoft.com/office/drawing/2014/main" id="{2C1244E4-4CC3-00A4-FB6F-84C76CC9A457}"/>
              </a:ext>
            </a:extLst>
          </p:cNvPr>
          <p:cNvSpPr txBox="1"/>
          <p:nvPr/>
        </p:nvSpPr>
        <p:spPr>
          <a:xfrm>
            <a:off x="741337" y="3515510"/>
            <a:ext cx="3691179" cy="1169551"/>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 elit, sed do eiusmod tempor incididunt ut labore et dolore magna aliqua. Ut enim ad minim veniam de quis nostrud exercitation ullamco laboris nisi ut si</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7" name="TextBox 6">
            <a:extLst>
              <a:ext uri="{FF2B5EF4-FFF2-40B4-BE49-F238E27FC236}">
                <a16:creationId xmlns:a16="http://schemas.microsoft.com/office/drawing/2014/main" id="{AE7AB630-243D-DA8C-99F6-5985027577B9}"/>
              </a:ext>
            </a:extLst>
          </p:cNvPr>
          <p:cNvSpPr txBox="1"/>
          <p:nvPr/>
        </p:nvSpPr>
        <p:spPr>
          <a:xfrm>
            <a:off x="9792349" y="2434875"/>
            <a:ext cx="1379347" cy="646331"/>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234+</a:t>
            </a:r>
            <a:endParaRPr lang="en-US" sz="3600" b="1">
              <a:solidFill>
                <a:schemeClr val="accent1"/>
              </a:solidFill>
              <a:latin typeface="Poppins SemiBold" pitchFamily="2" charset="77"/>
              <a:cs typeface="Poppins SemiBold" pitchFamily="2" charset="77"/>
            </a:endParaRPr>
          </a:p>
        </p:txBody>
      </p:sp>
      <p:sp>
        <p:nvSpPr>
          <p:cNvPr id="8" name="TextBox 7">
            <a:extLst>
              <a:ext uri="{FF2B5EF4-FFF2-40B4-BE49-F238E27FC236}">
                <a16:creationId xmlns:a16="http://schemas.microsoft.com/office/drawing/2014/main" id="{E2CACB83-669B-64DE-D890-2E406706719B}"/>
              </a:ext>
            </a:extLst>
          </p:cNvPr>
          <p:cNvSpPr txBox="1"/>
          <p:nvPr/>
        </p:nvSpPr>
        <p:spPr>
          <a:xfrm>
            <a:off x="9792349" y="3081206"/>
            <a:ext cx="1831381"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de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9" name="TextBox 8">
            <a:extLst>
              <a:ext uri="{FF2B5EF4-FFF2-40B4-BE49-F238E27FC236}">
                <a16:creationId xmlns:a16="http://schemas.microsoft.com/office/drawing/2014/main" id="{C88E6A38-5F21-75F8-756C-E8A2F718CE79}"/>
              </a:ext>
            </a:extLst>
          </p:cNvPr>
          <p:cNvSpPr txBox="1"/>
          <p:nvPr/>
        </p:nvSpPr>
        <p:spPr>
          <a:xfrm>
            <a:off x="9792349" y="4493567"/>
            <a:ext cx="1379347" cy="646331"/>
          </a:xfrm>
          <a:prstGeom prst="rect">
            <a:avLst/>
          </a:prstGeom>
          <a:noFill/>
        </p:spPr>
        <p:txBody>
          <a:bodyPr wrap="square">
            <a:spAutoFit/>
          </a:bodyPr>
          <a:lstStyle/>
          <a:p>
            <a:r>
              <a:rPr lang="en-ID" sz="3600" b="1">
                <a:solidFill>
                  <a:schemeClr val="accent2"/>
                </a:solidFill>
                <a:latin typeface="Poppins SemiBold" pitchFamily="2" charset="77"/>
                <a:cs typeface="Poppins SemiBold" pitchFamily="2" charset="77"/>
              </a:rPr>
              <a:t>876K</a:t>
            </a:r>
            <a:endParaRPr lang="en-US" sz="3600" b="1">
              <a:solidFill>
                <a:schemeClr val="accent2"/>
              </a:solidFill>
              <a:latin typeface="Poppins SemiBold" pitchFamily="2" charset="77"/>
              <a:cs typeface="Poppins SemiBold" pitchFamily="2" charset="77"/>
            </a:endParaRPr>
          </a:p>
        </p:txBody>
      </p:sp>
      <p:sp>
        <p:nvSpPr>
          <p:cNvPr id="10" name="TextBox 9">
            <a:extLst>
              <a:ext uri="{FF2B5EF4-FFF2-40B4-BE49-F238E27FC236}">
                <a16:creationId xmlns:a16="http://schemas.microsoft.com/office/drawing/2014/main" id="{15008F3B-217E-CAAC-344F-F7A4919C4391}"/>
              </a:ext>
            </a:extLst>
          </p:cNvPr>
          <p:cNvSpPr txBox="1"/>
          <p:nvPr/>
        </p:nvSpPr>
        <p:spPr>
          <a:xfrm>
            <a:off x="9792349" y="5139898"/>
            <a:ext cx="1831381"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de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11" name="Group 10">
            <a:extLst>
              <a:ext uri="{FF2B5EF4-FFF2-40B4-BE49-F238E27FC236}">
                <a16:creationId xmlns:a16="http://schemas.microsoft.com/office/drawing/2014/main" id="{0F201075-D40A-D86E-BAE4-8530967FA608}"/>
              </a:ext>
            </a:extLst>
          </p:cNvPr>
          <p:cNvGrpSpPr/>
          <p:nvPr/>
        </p:nvGrpSpPr>
        <p:grpSpPr>
          <a:xfrm>
            <a:off x="847076" y="4908062"/>
            <a:ext cx="1260868" cy="320282"/>
            <a:chOff x="764132" y="5818742"/>
            <a:chExt cx="1260868" cy="320282"/>
          </a:xfrm>
        </p:grpSpPr>
        <p:sp>
          <p:nvSpPr>
            <p:cNvPr id="12" name="Rectangle: Rounded Corners 4">
              <a:extLst>
                <a:ext uri="{FF2B5EF4-FFF2-40B4-BE49-F238E27FC236}">
                  <a16:creationId xmlns:a16="http://schemas.microsoft.com/office/drawing/2014/main" id="{BD9408F9-3EED-4B0D-8D28-A7121B01859D}"/>
                </a:ext>
              </a:extLst>
            </p:cNvPr>
            <p:cNvSpPr/>
            <p:nvPr/>
          </p:nvSpPr>
          <p:spPr>
            <a:xfrm>
              <a:off x="764132" y="5818742"/>
              <a:ext cx="1260868" cy="320282"/>
            </a:xfrm>
            <a:prstGeom prst="roundRect">
              <a:avLst>
                <a:gd name="adj" fmla="val 5000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B12859A-21D2-28DB-9D57-01FC25881F5E}"/>
                </a:ext>
              </a:extLst>
            </p:cNvPr>
            <p:cNvSpPr txBox="1"/>
            <p:nvPr/>
          </p:nvSpPr>
          <p:spPr>
            <a:xfrm>
              <a:off x="870854" y="5855773"/>
              <a:ext cx="1047424" cy="246221"/>
            </a:xfrm>
            <a:prstGeom prst="rect">
              <a:avLst/>
            </a:prstGeom>
            <a:solidFill>
              <a:schemeClr val="accent1"/>
            </a:solidFill>
            <a:ln>
              <a:noFill/>
            </a:ln>
          </p:spPr>
          <p:txBody>
            <a:bodyPr wrap="square" anchor="ctr">
              <a:spAutoFit/>
            </a:bodyPr>
            <a:lstStyle/>
            <a:p>
              <a:pPr algn="ctr"/>
              <a:r>
                <a:rPr lang="en-ID" sz="1000" b="1" dirty="0">
                  <a:solidFill>
                    <a:schemeClr val="bg1"/>
                  </a:solidFill>
                  <a:latin typeface="Raleway" pitchFamily="2" charset="77"/>
                  <a:cs typeface="Poppins SemiBold" pitchFamily="2" charset="77"/>
                </a:rPr>
                <a:t>Fashion</a:t>
              </a:r>
              <a:endParaRPr lang="en-US" sz="1000" b="1" dirty="0">
                <a:solidFill>
                  <a:schemeClr val="bg1"/>
                </a:solidFill>
                <a:latin typeface="Raleway" pitchFamily="2" charset="77"/>
                <a:cs typeface="Poppins SemiBold" pitchFamily="2" charset="77"/>
              </a:endParaRPr>
            </a:p>
          </p:txBody>
        </p:sp>
      </p:grpSp>
      <p:sp>
        <p:nvSpPr>
          <p:cNvPr id="3" name="Picture Placeholder 2">
            <a:extLst>
              <a:ext uri="{FF2B5EF4-FFF2-40B4-BE49-F238E27FC236}">
                <a16:creationId xmlns:a16="http://schemas.microsoft.com/office/drawing/2014/main" id="{5B929F09-3B64-1D14-C62A-28E044373828}"/>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748811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E39B96D2-C560-4F8F-E873-289EB49D9361}"/>
              </a:ext>
            </a:extLst>
          </p:cNvPr>
          <p:cNvSpPr/>
          <p:nvPr/>
        </p:nvSpPr>
        <p:spPr>
          <a:xfrm rot="10800000">
            <a:off x="0" y="1424485"/>
            <a:ext cx="5433515" cy="5433515"/>
          </a:xfrm>
          <a:custGeom>
            <a:avLst/>
            <a:gdLst>
              <a:gd name="connsiteX0" fmla="*/ 4204042 w 4203141"/>
              <a:gd name="connsiteY0" fmla="*/ 4203142 h 4203141"/>
              <a:gd name="connsiteX1" fmla="*/ 2845599 w 4203141"/>
              <a:gd name="connsiteY1" fmla="*/ 3279089 h 4203141"/>
              <a:gd name="connsiteX2" fmla="*/ 1231530 w 4203141"/>
              <a:gd name="connsiteY2" fmla="*/ 2972511 h 4203141"/>
              <a:gd name="connsiteX3" fmla="*/ 366203 w 4203141"/>
              <a:gd name="connsiteY3" fmla="*/ 1589888 h 4203141"/>
              <a:gd name="connsiteX4" fmla="*/ 900 w 4203141"/>
              <a:gd name="connsiteY4" fmla="*/ 0 h 4203141"/>
              <a:gd name="connsiteX5" fmla="*/ 4204042 w 4203141"/>
              <a:gd name="connsiteY5" fmla="*/ 0 h 420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3141" h="4203141">
                <a:moveTo>
                  <a:pt x="4204042" y="4203142"/>
                </a:moveTo>
                <a:cubicBezTo>
                  <a:pt x="3788650" y="3816248"/>
                  <a:pt x="3374122" y="3428492"/>
                  <a:pt x="2845599" y="3279089"/>
                </a:cubicBezTo>
                <a:cubicBezTo>
                  <a:pt x="2317939" y="3130550"/>
                  <a:pt x="1676284" y="3219501"/>
                  <a:pt x="1231530" y="2972511"/>
                </a:cubicBezTo>
                <a:cubicBezTo>
                  <a:pt x="786776" y="2725522"/>
                  <a:pt x="538923" y="2140864"/>
                  <a:pt x="366203" y="1589888"/>
                </a:cubicBezTo>
                <a:cubicBezTo>
                  <a:pt x="193483" y="1038047"/>
                  <a:pt x="96760" y="519024"/>
                  <a:pt x="900" y="0"/>
                </a:cubicBezTo>
                <a:lnTo>
                  <a:pt x="4204042" y="0"/>
                </a:lnTo>
                <a:close/>
              </a:path>
            </a:pathLst>
          </a:custGeom>
          <a:solidFill>
            <a:schemeClr val="accent2"/>
          </a:solidFill>
          <a:ln w="8636"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2D4A30B4-E9A5-D1B5-E262-DE92B40F6904}"/>
              </a:ext>
            </a:extLst>
          </p:cNvPr>
          <p:cNvSpPr txBox="1"/>
          <p:nvPr/>
        </p:nvSpPr>
        <p:spPr>
          <a:xfrm>
            <a:off x="6908559" y="1618901"/>
            <a:ext cx="4350843" cy="3046988"/>
          </a:xfrm>
          <a:prstGeom prst="rect">
            <a:avLst/>
          </a:prstGeom>
          <a:noFill/>
        </p:spPr>
        <p:txBody>
          <a:bodyPr wrap="square">
            <a:spAutoFit/>
          </a:bodyPr>
          <a:lstStyle/>
          <a:p>
            <a:r>
              <a:rPr lang="en-ID" sz="9600" b="1">
                <a:solidFill>
                  <a:schemeClr val="tx1">
                    <a:lumMod val="85000"/>
                    <a:lumOff val="15000"/>
                  </a:schemeClr>
                </a:solidFill>
                <a:latin typeface="Poppins SemiBold" pitchFamily="2" charset="77"/>
                <a:cs typeface="Poppins SemiBold" pitchFamily="2" charset="77"/>
              </a:rPr>
              <a:t>BREAK</a:t>
            </a:r>
            <a:r>
              <a:rPr lang="en-ID" sz="9600" b="1">
                <a:solidFill>
                  <a:schemeClr val="accent1"/>
                </a:solidFill>
                <a:latin typeface="Poppins SemiBold" pitchFamily="2" charset="77"/>
                <a:cs typeface="Poppins SemiBold" pitchFamily="2" charset="77"/>
              </a:rPr>
              <a:t> SLIDE</a:t>
            </a:r>
            <a:endParaRPr lang="en-US" sz="9600" b="1">
              <a:solidFill>
                <a:schemeClr val="accent1"/>
              </a:solidFill>
              <a:latin typeface="Poppins SemiBold" pitchFamily="2" charset="77"/>
              <a:cs typeface="Poppins SemiBold" pitchFamily="2" charset="77"/>
            </a:endParaRPr>
          </a:p>
        </p:txBody>
      </p:sp>
      <p:sp>
        <p:nvSpPr>
          <p:cNvPr id="3" name="TextBox 2">
            <a:extLst>
              <a:ext uri="{FF2B5EF4-FFF2-40B4-BE49-F238E27FC236}">
                <a16:creationId xmlns:a16="http://schemas.microsoft.com/office/drawing/2014/main" id="{D1344AB0-C3BD-EB62-3941-0C843842E21F}"/>
              </a:ext>
            </a:extLst>
          </p:cNvPr>
          <p:cNvSpPr txBox="1"/>
          <p:nvPr/>
        </p:nvSpPr>
        <p:spPr>
          <a:xfrm>
            <a:off x="7072333" y="4533913"/>
            <a:ext cx="3709398"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grpSp>
        <p:nvGrpSpPr>
          <p:cNvPr id="13" name="Group 12">
            <a:extLst>
              <a:ext uri="{FF2B5EF4-FFF2-40B4-BE49-F238E27FC236}">
                <a16:creationId xmlns:a16="http://schemas.microsoft.com/office/drawing/2014/main" id="{1E0F0092-2EFF-8A9D-1BE7-0706AD885613}"/>
              </a:ext>
            </a:extLst>
          </p:cNvPr>
          <p:cNvGrpSpPr/>
          <p:nvPr/>
        </p:nvGrpSpPr>
        <p:grpSpPr>
          <a:xfrm>
            <a:off x="7154221" y="5373422"/>
            <a:ext cx="1260868" cy="320282"/>
            <a:chOff x="764132" y="5818742"/>
            <a:chExt cx="1260868" cy="320282"/>
          </a:xfrm>
        </p:grpSpPr>
        <p:sp>
          <p:nvSpPr>
            <p:cNvPr id="14" name="Rectangle: Rounded Corners 4">
              <a:extLst>
                <a:ext uri="{FF2B5EF4-FFF2-40B4-BE49-F238E27FC236}">
                  <a16:creationId xmlns:a16="http://schemas.microsoft.com/office/drawing/2014/main" id="{D6E79625-36F6-411D-D2B6-C0EA30B649A5}"/>
                </a:ext>
              </a:extLst>
            </p:cNvPr>
            <p:cNvSpPr/>
            <p:nvPr/>
          </p:nvSpPr>
          <p:spPr>
            <a:xfrm>
              <a:off x="764132" y="5818742"/>
              <a:ext cx="1260868" cy="320282"/>
            </a:xfrm>
            <a:prstGeom prst="roundRect">
              <a:avLst>
                <a:gd name="adj" fmla="val 5000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EF376E9-029F-0D95-739A-70E33FBF4619}"/>
                </a:ext>
              </a:extLst>
            </p:cNvPr>
            <p:cNvSpPr txBox="1"/>
            <p:nvPr/>
          </p:nvSpPr>
          <p:spPr>
            <a:xfrm>
              <a:off x="870854" y="5855773"/>
              <a:ext cx="1047424" cy="246221"/>
            </a:xfrm>
            <a:prstGeom prst="rect">
              <a:avLst/>
            </a:prstGeom>
            <a:solidFill>
              <a:schemeClr val="accent1"/>
            </a:solidFill>
            <a:ln>
              <a:noFill/>
            </a:ln>
          </p:spPr>
          <p:txBody>
            <a:bodyPr wrap="square" anchor="ctr">
              <a:spAutoFit/>
            </a:bodyPr>
            <a:lstStyle/>
            <a:p>
              <a:pPr algn="ctr"/>
              <a:r>
                <a:rPr lang="en-ID" sz="1000" b="1" dirty="0">
                  <a:solidFill>
                    <a:schemeClr val="bg1"/>
                  </a:solidFill>
                  <a:latin typeface="Raleway" pitchFamily="2" charset="77"/>
                  <a:cs typeface="Poppins SemiBold" pitchFamily="2" charset="77"/>
                </a:rPr>
                <a:t>Next Slide</a:t>
              </a:r>
              <a:endParaRPr lang="en-US" sz="1000" b="1" dirty="0">
                <a:solidFill>
                  <a:schemeClr val="bg1"/>
                </a:solidFill>
                <a:latin typeface="Raleway" pitchFamily="2" charset="77"/>
                <a:cs typeface="Poppins SemiBold" pitchFamily="2" charset="77"/>
              </a:endParaRPr>
            </a:p>
          </p:txBody>
        </p:sp>
      </p:grpSp>
      <p:sp>
        <p:nvSpPr>
          <p:cNvPr id="5" name="Picture Placeholder 4">
            <a:extLst>
              <a:ext uri="{FF2B5EF4-FFF2-40B4-BE49-F238E27FC236}">
                <a16:creationId xmlns:a16="http://schemas.microsoft.com/office/drawing/2014/main" id="{BB401442-F778-327A-9BE7-EFA8867662F7}"/>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3103134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871D9-2FD5-418F-07CF-76013EE7DF4A}"/>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451B9994-C2F4-1DA0-6A54-52D86CA704CC}"/>
              </a:ext>
            </a:extLst>
          </p:cNvPr>
          <p:cNvSpPr/>
          <p:nvPr/>
        </p:nvSpPr>
        <p:spPr>
          <a:xfrm>
            <a:off x="677888" y="4468205"/>
            <a:ext cx="525616" cy="52561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Poppins Medium" pitchFamily="2" charset="77"/>
                <a:cs typeface="Poppins Medium" pitchFamily="2" charset="77"/>
              </a:rPr>
              <a:t>01</a:t>
            </a:r>
          </a:p>
        </p:txBody>
      </p:sp>
      <p:sp>
        <p:nvSpPr>
          <p:cNvPr id="8" name="Rounded Rectangle 7">
            <a:extLst>
              <a:ext uri="{FF2B5EF4-FFF2-40B4-BE49-F238E27FC236}">
                <a16:creationId xmlns:a16="http://schemas.microsoft.com/office/drawing/2014/main" id="{28FDA66A-B3D4-29AA-671A-E5265B3F9BAE}"/>
              </a:ext>
            </a:extLst>
          </p:cNvPr>
          <p:cNvSpPr/>
          <p:nvPr/>
        </p:nvSpPr>
        <p:spPr>
          <a:xfrm>
            <a:off x="1349547" y="4468204"/>
            <a:ext cx="2628435" cy="515289"/>
          </a:xfrm>
          <a:prstGeom prst="roundRect">
            <a:avLst>
              <a:gd name="adj" fmla="val 50000"/>
            </a:avLst>
          </a:prstGeom>
          <a:noFill/>
          <a:ln>
            <a:solidFill>
              <a:schemeClr val="accent1"/>
            </a:solid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sz="1400">
                <a:solidFill>
                  <a:schemeClr val="accent1"/>
                </a:solidFill>
                <a:latin typeface="Poppins Medium" pitchFamily="2" charset="77"/>
                <a:cs typeface="Poppins Medium" pitchFamily="2" charset="77"/>
              </a:rPr>
              <a:t>Legally Blonde’s Iconic</a:t>
            </a:r>
            <a:endParaRPr lang="en-US" sz="1400">
              <a:solidFill>
                <a:schemeClr val="accent1"/>
              </a:solidFill>
              <a:latin typeface="Poppins Medium" pitchFamily="2" charset="77"/>
              <a:cs typeface="Poppins Medium" pitchFamily="2" charset="77"/>
            </a:endParaRPr>
          </a:p>
        </p:txBody>
      </p:sp>
      <p:sp>
        <p:nvSpPr>
          <p:cNvPr id="10" name="Oval 9">
            <a:extLst>
              <a:ext uri="{FF2B5EF4-FFF2-40B4-BE49-F238E27FC236}">
                <a16:creationId xmlns:a16="http://schemas.microsoft.com/office/drawing/2014/main" id="{75EAD8C3-3069-3F8C-3230-B431E98C5D82}"/>
              </a:ext>
            </a:extLst>
          </p:cNvPr>
          <p:cNvSpPr/>
          <p:nvPr/>
        </p:nvSpPr>
        <p:spPr>
          <a:xfrm>
            <a:off x="4390772" y="4472053"/>
            <a:ext cx="525616" cy="52561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Poppins Medium" pitchFamily="2" charset="77"/>
                <a:cs typeface="Poppins Medium" pitchFamily="2" charset="77"/>
              </a:rPr>
              <a:t>02</a:t>
            </a:r>
          </a:p>
        </p:txBody>
      </p:sp>
      <p:sp>
        <p:nvSpPr>
          <p:cNvPr id="11" name="Rounded Rectangle 10">
            <a:extLst>
              <a:ext uri="{FF2B5EF4-FFF2-40B4-BE49-F238E27FC236}">
                <a16:creationId xmlns:a16="http://schemas.microsoft.com/office/drawing/2014/main" id="{7716D3CE-6675-6669-F0E7-F189077A8D07}"/>
              </a:ext>
            </a:extLst>
          </p:cNvPr>
          <p:cNvSpPr/>
          <p:nvPr/>
        </p:nvSpPr>
        <p:spPr>
          <a:xfrm>
            <a:off x="5062431" y="4472052"/>
            <a:ext cx="2628435" cy="515289"/>
          </a:xfrm>
          <a:prstGeom prst="roundRect">
            <a:avLst>
              <a:gd name="adj" fmla="val 50000"/>
            </a:avLst>
          </a:prstGeom>
          <a:noFill/>
          <a:ln>
            <a:solidFill>
              <a:schemeClr val="accent2"/>
            </a:solid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sz="1400">
                <a:solidFill>
                  <a:schemeClr val="accent2"/>
                </a:solidFill>
                <a:latin typeface="Poppins Medium" pitchFamily="2" charset="77"/>
                <a:cs typeface="Poppins Medium" pitchFamily="2" charset="77"/>
              </a:rPr>
              <a:t>K-pop’s Bold Pink</a:t>
            </a:r>
            <a:endParaRPr lang="en-US" sz="1400">
              <a:solidFill>
                <a:schemeClr val="accent2"/>
              </a:solidFill>
              <a:latin typeface="Poppins Medium" pitchFamily="2" charset="77"/>
              <a:cs typeface="Poppins Medium" pitchFamily="2" charset="77"/>
            </a:endParaRPr>
          </a:p>
        </p:txBody>
      </p:sp>
      <p:sp>
        <p:nvSpPr>
          <p:cNvPr id="14" name="TextBox 13">
            <a:extLst>
              <a:ext uri="{FF2B5EF4-FFF2-40B4-BE49-F238E27FC236}">
                <a16:creationId xmlns:a16="http://schemas.microsoft.com/office/drawing/2014/main" id="{EDFA4138-3E49-0A60-3F1E-BFECEA895529}"/>
              </a:ext>
            </a:extLst>
          </p:cNvPr>
          <p:cNvSpPr txBox="1"/>
          <p:nvPr/>
        </p:nvSpPr>
        <p:spPr>
          <a:xfrm>
            <a:off x="1379781" y="5161885"/>
            <a:ext cx="2708563"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si ut consectetur adipiscing elit, sed do si eiusmod tempor incididunt ut labore.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21" name="TextBox 20">
            <a:extLst>
              <a:ext uri="{FF2B5EF4-FFF2-40B4-BE49-F238E27FC236}">
                <a16:creationId xmlns:a16="http://schemas.microsoft.com/office/drawing/2014/main" id="{44FF46A7-6C0B-F4B6-EC63-109364208760}"/>
              </a:ext>
            </a:extLst>
          </p:cNvPr>
          <p:cNvSpPr txBox="1"/>
          <p:nvPr/>
        </p:nvSpPr>
        <p:spPr>
          <a:xfrm>
            <a:off x="5092665" y="5165733"/>
            <a:ext cx="2708563"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si ut consectetur adipiscing elit, sed do si eiusmod tempor incididunt ut labore.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22" name="Oval 21">
            <a:extLst>
              <a:ext uri="{FF2B5EF4-FFF2-40B4-BE49-F238E27FC236}">
                <a16:creationId xmlns:a16="http://schemas.microsoft.com/office/drawing/2014/main" id="{96CB04B4-7316-07C7-F052-5CC94B16A8F5}"/>
              </a:ext>
            </a:extLst>
          </p:cNvPr>
          <p:cNvSpPr/>
          <p:nvPr/>
        </p:nvSpPr>
        <p:spPr>
          <a:xfrm>
            <a:off x="8103656" y="4472053"/>
            <a:ext cx="525616" cy="52561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latin typeface="Poppins Medium" pitchFamily="2" charset="77"/>
                <a:cs typeface="Poppins Medium" pitchFamily="2" charset="77"/>
              </a:rPr>
              <a:t>03</a:t>
            </a:r>
          </a:p>
        </p:txBody>
      </p:sp>
      <p:sp>
        <p:nvSpPr>
          <p:cNvPr id="23" name="Rounded Rectangle 22">
            <a:extLst>
              <a:ext uri="{FF2B5EF4-FFF2-40B4-BE49-F238E27FC236}">
                <a16:creationId xmlns:a16="http://schemas.microsoft.com/office/drawing/2014/main" id="{71807E1D-6D66-936F-117B-D049015670C9}"/>
              </a:ext>
            </a:extLst>
          </p:cNvPr>
          <p:cNvSpPr/>
          <p:nvPr/>
        </p:nvSpPr>
        <p:spPr>
          <a:xfrm>
            <a:off x="8775315" y="4472052"/>
            <a:ext cx="2628435" cy="515289"/>
          </a:xfrm>
          <a:prstGeom prst="roundRect">
            <a:avLst>
              <a:gd name="adj" fmla="val 50000"/>
            </a:avLst>
          </a:prstGeom>
          <a:noFill/>
          <a:ln>
            <a:solidFill>
              <a:schemeClr val="accent1"/>
            </a:solid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sz="1400">
                <a:solidFill>
                  <a:schemeClr val="accent1"/>
                </a:solidFill>
                <a:latin typeface="Poppins Medium" pitchFamily="2" charset="77"/>
                <a:cs typeface="Poppins Medium" pitchFamily="2" charset="77"/>
              </a:rPr>
              <a:t>Barbie’s Comeback</a:t>
            </a:r>
            <a:endParaRPr lang="en-US" sz="1400">
              <a:solidFill>
                <a:schemeClr val="accent1"/>
              </a:solidFill>
              <a:latin typeface="Poppins Medium" pitchFamily="2" charset="77"/>
              <a:cs typeface="Poppins Medium" pitchFamily="2" charset="77"/>
            </a:endParaRPr>
          </a:p>
        </p:txBody>
      </p:sp>
      <p:sp>
        <p:nvSpPr>
          <p:cNvPr id="24" name="TextBox 23">
            <a:extLst>
              <a:ext uri="{FF2B5EF4-FFF2-40B4-BE49-F238E27FC236}">
                <a16:creationId xmlns:a16="http://schemas.microsoft.com/office/drawing/2014/main" id="{94997BC7-8D8E-AD9B-CAAC-95EE1789E34A}"/>
              </a:ext>
            </a:extLst>
          </p:cNvPr>
          <p:cNvSpPr txBox="1"/>
          <p:nvPr/>
        </p:nvSpPr>
        <p:spPr>
          <a:xfrm>
            <a:off x="8805549" y="5165733"/>
            <a:ext cx="2708563"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si ut consectetur adipiscing elit, sed do si eiusmod tempor incididunt ut labore.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6" name="TextBox 5">
            <a:extLst>
              <a:ext uri="{FF2B5EF4-FFF2-40B4-BE49-F238E27FC236}">
                <a16:creationId xmlns:a16="http://schemas.microsoft.com/office/drawing/2014/main" id="{42B24416-FDF9-5A82-C213-C40BD09F4C02}"/>
              </a:ext>
            </a:extLst>
          </p:cNvPr>
          <p:cNvSpPr txBox="1"/>
          <p:nvPr/>
        </p:nvSpPr>
        <p:spPr>
          <a:xfrm>
            <a:off x="6513217" y="1808263"/>
            <a:ext cx="4990456"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Pink</a:t>
            </a:r>
            <a:r>
              <a:rPr lang="en-ID" sz="3600" b="1">
                <a:latin typeface="Poppins SemiBold" pitchFamily="2" charset="77"/>
                <a:cs typeface="Poppins SemiBold" pitchFamily="2" charset="77"/>
              </a:rPr>
              <a:t> in Pop Culture From Legally </a:t>
            </a:r>
            <a:r>
              <a:rPr lang="en-ID" sz="3600" b="1">
                <a:solidFill>
                  <a:schemeClr val="accent1"/>
                </a:solidFill>
                <a:latin typeface="Poppins SemiBold" pitchFamily="2" charset="77"/>
                <a:cs typeface="Poppins SemiBold" pitchFamily="2" charset="77"/>
              </a:rPr>
              <a:t>K-pop</a:t>
            </a:r>
            <a:endParaRPr lang="en-US" sz="3600" b="1">
              <a:solidFill>
                <a:schemeClr val="accent1"/>
              </a:solidFill>
              <a:latin typeface="Poppins SemiBold" pitchFamily="2" charset="77"/>
              <a:cs typeface="Poppins SemiBold" pitchFamily="2" charset="77"/>
            </a:endParaRPr>
          </a:p>
        </p:txBody>
      </p:sp>
      <p:sp>
        <p:nvSpPr>
          <p:cNvPr id="26" name="TextBox 25">
            <a:extLst>
              <a:ext uri="{FF2B5EF4-FFF2-40B4-BE49-F238E27FC236}">
                <a16:creationId xmlns:a16="http://schemas.microsoft.com/office/drawing/2014/main" id="{97E43DE4-6BC9-578D-D3F4-6F80D0976E7A}"/>
              </a:ext>
            </a:extLst>
          </p:cNvPr>
          <p:cNvSpPr txBox="1"/>
          <p:nvPr/>
        </p:nvSpPr>
        <p:spPr>
          <a:xfrm>
            <a:off x="6513217" y="3063773"/>
            <a:ext cx="4491113"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4" name="Picture Placeholder 3">
            <a:extLst>
              <a:ext uri="{FF2B5EF4-FFF2-40B4-BE49-F238E27FC236}">
                <a16:creationId xmlns:a16="http://schemas.microsoft.com/office/drawing/2014/main" id="{29D38B18-127A-FAFF-3985-EB2C2E3ED163}"/>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4250951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BD7EE-3A68-CE16-B49D-55E5606D8E4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0C43960-93B4-9009-75F7-6797CA857F0E}"/>
              </a:ext>
            </a:extLst>
          </p:cNvPr>
          <p:cNvSpPr txBox="1"/>
          <p:nvPr/>
        </p:nvSpPr>
        <p:spPr>
          <a:xfrm>
            <a:off x="655064" y="1892245"/>
            <a:ext cx="4757557"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Future </a:t>
            </a:r>
            <a:r>
              <a:rPr lang="en-ID" sz="3600" b="1">
                <a:latin typeface="Poppins SemiBold" pitchFamily="2" charset="77"/>
                <a:cs typeface="Poppins SemiBold" pitchFamily="2" charset="77"/>
              </a:rPr>
              <a:t>Trends Next for Pink </a:t>
            </a:r>
            <a:r>
              <a:rPr lang="en-ID" sz="3600" b="1">
                <a:solidFill>
                  <a:schemeClr val="accent1"/>
                </a:solidFill>
                <a:latin typeface="Poppins SemiBold" pitchFamily="2" charset="77"/>
                <a:cs typeface="Poppins SemiBold" pitchFamily="2" charset="77"/>
              </a:rPr>
              <a:t>Fashion?</a:t>
            </a:r>
            <a:endParaRPr lang="en-US" sz="3600" b="1">
              <a:solidFill>
                <a:schemeClr val="accent1"/>
              </a:solidFill>
              <a:latin typeface="Poppins SemiBold" pitchFamily="2" charset="77"/>
              <a:cs typeface="Poppins SemiBold" pitchFamily="2" charset="77"/>
            </a:endParaRPr>
          </a:p>
        </p:txBody>
      </p:sp>
      <p:sp>
        <p:nvSpPr>
          <p:cNvPr id="6" name="Rounded Rectangle 5">
            <a:extLst>
              <a:ext uri="{FF2B5EF4-FFF2-40B4-BE49-F238E27FC236}">
                <a16:creationId xmlns:a16="http://schemas.microsoft.com/office/drawing/2014/main" id="{A5759770-6075-2745-5791-B3E24D5E9041}"/>
              </a:ext>
            </a:extLst>
          </p:cNvPr>
          <p:cNvSpPr/>
          <p:nvPr/>
        </p:nvSpPr>
        <p:spPr>
          <a:xfrm>
            <a:off x="726199" y="3384121"/>
            <a:ext cx="4257903" cy="1032895"/>
          </a:xfrm>
          <a:prstGeom prst="roundRect">
            <a:avLst>
              <a:gd name="adj" fmla="val 8308"/>
            </a:avLst>
          </a:prstGeom>
          <a:solidFill>
            <a:schemeClr val="accent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6DF76567-5C58-4593-1892-B227D445571D}"/>
              </a:ext>
            </a:extLst>
          </p:cNvPr>
          <p:cNvSpPr/>
          <p:nvPr/>
        </p:nvSpPr>
        <p:spPr>
          <a:xfrm>
            <a:off x="717055" y="4708563"/>
            <a:ext cx="4257903" cy="1032895"/>
          </a:xfrm>
          <a:prstGeom prst="roundRect">
            <a:avLst>
              <a:gd name="adj" fmla="val 8308"/>
            </a:avLst>
          </a:prstGeom>
          <a:solidFill>
            <a:schemeClr val="accent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E3D9BB79-850C-1FD2-2A27-771E9E6DA58E}"/>
              </a:ext>
            </a:extLst>
          </p:cNvPr>
          <p:cNvSpPr/>
          <p:nvPr/>
        </p:nvSpPr>
        <p:spPr>
          <a:xfrm>
            <a:off x="1076539" y="3783562"/>
            <a:ext cx="471083" cy="288877"/>
          </a:xfrm>
          <a:custGeom>
            <a:avLst/>
            <a:gdLst>
              <a:gd name="connsiteX0" fmla="*/ 179937 w 234337"/>
              <a:gd name="connsiteY0" fmla="*/ 111434 h 143700"/>
              <a:gd name="connsiteX1" fmla="*/ 170679 w 234337"/>
              <a:gd name="connsiteY1" fmla="*/ 120692 h 143700"/>
              <a:gd name="connsiteX2" fmla="*/ 161420 w 234337"/>
              <a:gd name="connsiteY2" fmla="*/ 111434 h 143700"/>
              <a:gd name="connsiteX3" fmla="*/ 161420 w 234337"/>
              <a:gd name="connsiteY3" fmla="*/ 66300 h 143700"/>
              <a:gd name="connsiteX4" fmla="*/ 170679 w 234337"/>
              <a:gd name="connsiteY4" fmla="*/ 57110 h 143700"/>
              <a:gd name="connsiteX5" fmla="*/ 179937 w 234337"/>
              <a:gd name="connsiteY5" fmla="*/ 66300 h 143700"/>
              <a:gd name="connsiteX6" fmla="*/ 179937 w 234337"/>
              <a:gd name="connsiteY6" fmla="*/ 111434 h 143700"/>
              <a:gd name="connsiteX7" fmla="*/ 234338 w 234337"/>
              <a:gd name="connsiteY7" fmla="*/ 23960 h 143700"/>
              <a:gd name="connsiteX8" fmla="*/ 223237 w 234337"/>
              <a:gd name="connsiteY8" fmla="*/ 38662 h 143700"/>
              <a:gd name="connsiteX9" fmla="*/ 198325 w 234337"/>
              <a:gd name="connsiteY9" fmla="*/ 127164 h 143700"/>
              <a:gd name="connsiteX10" fmla="*/ 173405 w 234337"/>
              <a:gd name="connsiteY10" fmla="*/ 143701 h 143700"/>
              <a:gd name="connsiteX11" fmla="*/ 117169 w 234337"/>
              <a:gd name="connsiteY11" fmla="*/ 143701 h 143700"/>
              <a:gd name="connsiteX12" fmla="*/ 59982 w 234337"/>
              <a:gd name="connsiteY12" fmla="*/ 143701 h 143700"/>
              <a:gd name="connsiteX13" fmla="*/ 36013 w 234337"/>
              <a:gd name="connsiteY13" fmla="*/ 127164 h 143700"/>
              <a:gd name="connsiteX14" fmla="*/ 11102 w 234337"/>
              <a:gd name="connsiteY14" fmla="*/ 38662 h 143700"/>
              <a:gd name="connsiteX15" fmla="*/ 0 w 234337"/>
              <a:gd name="connsiteY15" fmla="*/ 23960 h 143700"/>
              <a:gd name="connsiteX16" fmla="*/ 0 w 234337"/>
              <a:gd name="connsiteY16" fmla="*/ 14702 h 143700"/>
              <a:gd name="connsiteX17" fmla="*/ 14779 w 234337"/>
              <a:gd name="connsiteY17" fmla="*/ 0 h 143700"/>
              <a:gd name="connsiteX18" fmla="*/ 218685 w 234337"/>
              <a:gd name="connsiteY18" fmla="*/ 0 h 143700"/>
              <a:gd name="connsiteX19" fmla="*/ 234338 w 234337"/>
              <a:gd name="connsiteY19" fmla="*/ 14702 h 143700"/>
              <a:gd name="connsiteX20" fmla="*/ 234338 w 234337"/>
              <a:gd name="connsiteY20" fmla="*/ 23960 h 143700"/>
              <a:gd name="connsiteX21" fmla="*/ 143924 w 234337"/>
              <a:gd name="connsiteY21" fmla="*/ 111434 h 143700"/>
              <a:gd name="connsiteX22" fmla="*/ 134734 w 234337"/>
              <a:gd name="connsiteY22" fmla="*/ 120692 h 143700"/>
              <a:gd name="connsiteX23" fmla="*/ 126428 w 234337"/>
              <a:gd name="connsiteY23" fmla="*/ 111434 h 143700"/>
              <a:gd name="connsiteX24" fmla="*/ 126428 w 234337"/>
              <a:gd name="connsiteY24" fmla="*/ 66300 h 143700"/>
              <a:gd name="connsiteX25" fmla="*/ 134734 w 234337"/>
              <a:gd name="connsiteY25" fmla="*/ 57110 h 143700"/>
              <a:gd name="connsiteX26" fmla="*/ 143924 w 234337"/>
              <a:gd name="connsiteY26" fmla="*/ 66300 h 143700"/>
              <a:gd name="connsiteX27" fmla="*/ 143924 w 234337"/>
              <a:gd name="connsiteY27" fmla="*/ 111434 h 143700"/>
              <a:gd name="connsiteX28" fmla="*/ 107911 w 234337"/>
              <a:gd name="connsiteY28" fmla="*/ 111434 h 143700"/>
              <a:gd name="connsiteX29" fmla="*/ 98721 w 234337"/>
              <a:gd name="connsiteY29" fmla="*/ 120692 h 143700"/>
              <a:gd name="connsiteX30" fmla="*/ 90414 w 234337"/>
              <a:gd name="connsiteY30" fmla="*/ 111434 h 143700"/>
              <a:gd name="connsiteX31" fmla="*/ 90414 w 234337"/>
              <a:gd name="connsiteY31" fmla="*/ 66300 h 143700"/>
              <a:gd name="connsiteX32" fmla="*/ 98721 w 234337"/>
              <a:gd name="connsiteY32" fmla="*/ 57110 h 143700"/>
              <a:gd name="connsiteX33" fmla="*/ 107911 w 234337"/>
              <a:gd name="connsiteY33" fmla="*/ 66300 h 143700"/>
              <a:gd name="connsiteX34" fmla="*/ 107911 w 234337"/>
              <a:gd name="connsiteY34" fmla="*/ 111434 h 143700"/>
              <a:gd name="connsiteX35" fmla="*/ 71958 w 234337"/>
              <a:gd name="connsiteY35" fmla="*/ 111434 h 143700"/>
              <a:gd name="connsiteX36" fmla="*/ 63651 w 234337"/>
              <a:gd name="connsiteY36" fmla="*/ 120692 h 143700"/>
              <a:gd name="connsiteX37" fmla="*/ 54461 w 234337"/>
              <a:gd name="connsiteY37" fmla="*/ 111434 h 143700"/>
              <a:gd name="connsiteX38" fmla="*/ 54461 w 234337"/>
              <a:gd name="connsiteY38" fmla="*/ 66300 h 143700"/>
              <a:gd name="connsiteX39" fmla="*/ 63651 w 234337"/>
              <a:gd name="connsiteY39" fmla="*/ 57110 h 143700"/>
              <a:gd name="connsiteX40" fmla="*/ 71958 w 234337"/>
              <a:gd name="connsiteY40" fmla="*/ 66300 h 143700"/>
              <a:gd name="connsiteX41" fmla="*/ 71958 w 234337"/>
              <a:gd name="connsiteY41" fmla="*/ 111434 h 14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34337" h="143700">
                <a:moveTo>
                  <a:pt x="179937" y="111434"/>
                </a:moveTo>
                <a:cubicBezTo>
                  <a:pt x="179937" y="117015"/>
                  <a:pt x="175308" y="120692"/>
                  <a:pt x="170679" y="120692"/>
                </a:cubicBezTo>
                <a:cubicBezTo>
                  <a:pt x="166049" y="120692"/>
                  <a:pt x="161420" y="117015"/>
                  <a:pt x="161420" y="111434"/>
                </a:cubicBezTo>
                <a:lnTo>
                  <a:pt x="161420" y="66300"/>
                </a:lnTo>
                <a:cubicBezTo>
                  <a:pt x="161420" y="61739"/>
                  <a:pt x="166049" y="57110"/>
                  <a:pt x="170679" y="57110"/>
                </a:cubicBezTo>
                <a:cubicBezTo>
                  <a:pt x="175308" y="57110"/>
                  <a:pt x="179937" y="61739"/>
                  <a:pt x="179937" y="66300"/>
                </a:cubicBezTo>
                <a:lnTo>
                  <a:pt x="179937" y="111434"/>
                </a:lnTo>
                <a:close/>
                <a:moveTo>
                  <a:pt x="234338" y="23960"/>
                </a:moveTo>
                <a:cubicBezTo>
                  <a:pt x="234338" y="31307"/>
                  <a:pt x="229709" y="36819"/>
                  <a:pt x="223237" y="38662"/>
                </a:cubicBezTo>
                <a:cubicBezTo>
                  <a:pt x="215890" y="63505"/>
                  <a:pt x="200228" y="119741"/>
                  <a:pt x="198325" y="127164"/>
                </a:cubicBezTo>
                <a:cubicBezTo>
                  <a:pt x="195607" y="136346"/>
                  <a:pt x="185458" y="143701"/>
                  <a:pt x="173405" y="143701"/>
                </a:cubicBezTo>
                <a:cubicBezTo>
                  <a:pt x="161420" y="143701"/>
                  <a:pt x="117169" y="143701"/>
                  <a:pt x="117169" y="143701"/>
                </a:cubicBezTo>
                <a:cubicBezTo>
                  <a:pt x="117169" y="143701"/>
                  <a:pt x="71966" y="143701"/>
                  <a:pt x="59982" y="143701"/>
                </a:cubicBezTo>
                <a:cubicBezTo>
                  <a:pt x="47929" y="143701"/>
                  <a:pt x="38739" y="136354"/>
                  <a:pt x="36013" y="127164"/>
                </a:cubicBezTo>
                <a:cubicBezTo>
                  <a:pt x="33227" y="119741"/>
                  <a:pt x="17497" y="63505"/>
                  <a:pt x="11102" y="38662"/>
                </a:cubicBezTo>
                <a:cubicBezTo>
                  <a:pt x="4629" y="36819"/>
                  <a:pt x="0" y="31315"/>
                  <a:pt x="0" y="23960"/>
                </a:cubicBezTo>
                <a:lnTo>
                  <a:pt x="0" y="14702"/>
                </a:lnTo>
                <a:cubicBezTo>
                  <a:pt x="0" y="6464"/>
                  <a:pt x="6464" y="0"/>
                  <a:pt x="14779" y="0"/>
                </a:cubicBezTo>
                <a:lnTo>
                  <a:pt x="218685" y="0"/>
                </a:lnTo>
                <a:cubicBezTo>
                  <a:pt x="226991" y="0"/>
                  <a:pt x="234338" y="6464"/>
                  <a:pt x="234338" y="14702"/>
                </a:cubicBezTo>
                <a:lnTo>
                  <a:pt x="234338" y="23960"/>
                </a:lnTo>
                <a:close/>
                <a:moveTo>
                  <a:pt x="143924" y="111434"/>
                </a:moveTo>
                <a:cubicBezTo>
                  <a:pt x="143924" y="117015"/>
                  <a:pt x="140247" y="120692"/>
                  <a:pt x="134734" y="120692"/>
                </a:cubicBezTo>
                <a:cubicBezTo>
                  <a:pt x="130105" y="120692"/>
                  <a:pt x="126428" y="117015"/>
                  <a:pt x="126428" y="111434"/>
                </a:cubicBezTo>
                <a:lnTo>
                  <a:pt x="126428" y="66300"/>
                </a:lnTo>
                <a:cubicBezTo>
                  <a:pt x="126428" y="61739"/>
                  <a:pt x="130105" y="57110"/>
                  <a:pt x="134734" y="57110"/>
                </a:cubicBezTo>
                <a:cubicBezTo>
                  <a:pt x="140255" y="57110"/>
                  <a:pt x="143924" y="61739"/>
                  <a:pt x="143924" y="66300"/>
                </a:cubicBezTo>
                <a:lnTo>
                  <a:pt x="143924" y="111434"/>
                </a:lnTo>
                <a:close/>
                <a:moveTo>
                  <a:pt x="107911" y="111434"/>
                </a:moveTo>
                <a:cubicBezTo>
                  <a:pt x="107911" y="117015"/>
                  <a:pt x="104225" y="120692"/>
                  <a:pt x="98721" y="120692"/>
                </a:cubicBezTo>
                <a:cubicBezTo>
                  <a:pt x="94092" y="120692"/>
                  <a:pt x="90414" y="117015"/>
                  <a:pt x="90414" y="111434"/>
                </a:cubicBezTo>
                <a:lnTo>
                  <a:pt x="90414" y="66300"/>
                </a:lnTo>
                <a:cubicBezTo>
                  <a:pt x="90414" y="61739"/>
                  <a:pt x="94092" y="57110"/>
                  <a:pt x="98721" y="57110"/>
                </a:cubicBezTo>
                <a:cubicBezTo>
                  <a:pt x="104233" y="57110"/>
                  <a:pt x="107911" y="61739"/>
                  <a:pt x="107911" y="66300"/>
                </a:cubicBezTo>
                <a:lnTo>
                  <a:pt x="107911" y="111434"/>
                </a:lnTo>
                <a:close/>
                <a:moveTo>
                  <a:pt x="71958" y="111434"/>
                </a:moveTo>
                <a:cubicBezTo>
                  <a:pt x="71958" y="117015"/>
                  <a:pt x="68280" y="120692"/>
                  <a:pt x="63651" y="120692"/>
                </a:cubicBezTo>
                <a:cubicBezTo>
                  <a:pt x="58062" y="120692"/>
                  <a:pt x="54461" y="117015"/>
                  <a:pt x="54461" y="111434"/>
                </a:cubicBezTo>
                <a:lnTo>
                  <a:pt x="54461" y="66300"/>
                </a:lnTo>
                <a:cubicBezTo>
                  <a:pt x="54461" y="61739"/>
                  <a:pt x="58062" y="57110"/>
                  <a:pt x="63651" y="57110"/>
                </a:cubicBezTo>
                <a:cubicBezTo>
                  <a:pt x="68280" y="57110"/>
                  <a:pt x="71958" y="61739"/>
                  <a:pt x="71958" y="66300"/>
                </a:cubicBezTo>
                <a:lnTo>
                  <a:pt x="71958" y="111434"/>
                </a:lnTo>
                <a:close/>
              </a:path>
            </a:pathLst>
          </a:custGeom>
          <a:solidFill>
            <a:schemeClr val="bg1"/>
          </a:solidFill>
          <a:ln w="8572"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62F7F0E-7568-DC09-64DE-263A23ACFDB1}"/>
              </a:ext>
            </a:extLst>
          </p:cNvPr>
          <p:cNvSpPr/>
          <p:nvPr/>
        </p:nvSpPr>
        <p:spPr>
          <a:xfrm>
            <a:off x="1122259" y="4989517"/>
            <a:ext cx="358386" cy="470986"/>
          </a:xfrm>
          <a:custGeom>
            <a:avLst/>
            <a:gdLst>
              <a:gd name="connsiteX0" fmla="*/ 131753 w 178276"/>
              <a:gd name="connsiteY0" fmla="*/ 68385 h 234288"/>
              <a:gd name="connsiteX1" fmla="*/ 125281 w 178276"/>
              <a:gd name="connsiteY1" fmla="*/ 60078 h 234288"/>
              <a:gd name="connsiteX2" fmla="*/ 137265 w 178276"/>
              <a:gd name="connsiteY2" fmla="*/ 47134 h 234288"/>
              <a:gd name="connsiteX3" fmla="*/ 140051 w 178276"/>
              <a:gd name="connsiteY3" fmla="*/ 40739 h 234288"/>
              <a:gd name="connsiteX4" fmla="*/ 137265 w 178276"/>
              <a:gd name="connsiteY4" fmla="*/ 33323 h 234288"/>
              <a:gd name="connsiteX5" fmla="*/ 114179 w 178276"/>
              <a:gd name="connsiteY5" fmla="*/ 10306 h 234288"/>
              <a:gd name="connsiteX6" fmla="*/ 62581 w 178276"/>
              <a:gd name="connsiteY6" fmla="*/ 10306 h 234288"/>
              <a:gd name="connsiteX7" fmla="*/ 40378 w 178276"/>
              <a:gd name="connsiteY7" fmla="*/ 33323 h 234288"/>
              <a:gd name="connsiteX8" fmla="*/ 36701 w 178276"/>
              <a:gd name="connsiteY8" fmla="*/ 40739 h 234288"/>
              <a:gd name="connsiteX9" fmla="*/ 40378 w 178276"/>
              <a:gd name="connsiteY9" fmla="*/ 47134 h 234288"/>
              <a:gd name="connsiteX10" fmla="*/ 52431 w 178276"/>
              <a:gd name="connsiteY10" fmla="*/ 59187 h 234288"/>
              <a:gd name="connsiteX11" fmla="*/ 56109 w 178276"/>
              <a:gd name="connsiteY11" fmla="*/ 62864 h 234288"/>
              <a:gd name="connsiteX12" fmla="*/ 51480 w 178276"/>
              <a:gd name="connsiteY12" fmla="*/ 66542 h 234288"/>
              <a:gd name="connsiteX13" fmla="*/ 35818 w 178276"/>
              <a:gd name="connsiteY13" fmla="*/ 71179 h 234288"/>
              <a:gd name="connsiteX14" fmla="*/ 13624 w 178276"/>
              <a:gd name="connsiteY14" fmla="*/ 84038 h 234288"/>
              <a:gd name="connsiteX15" fmla="*/ 8103 w 178276"/>
              <a:gd name="connsiteY15" fmla="*/ 108881 h 234288"/>
              <a:gd name="connsiteX16" fmla="*/ 8103 w 178276"/>
              <a:gd name="connsiteY16" fmla="*/ 108881 h 234288"/>
              <a:gd name="connsiteX17" fmla="*/ 8103 w 178276"/>
              <a:gd name="connsiteY17" fmla="*/ 109833 h 234288"/>
              <a:gd name="connsiteX18" fmla="*/ 757 w 178276"/>
              <a:gd name="connsiteY18" fmla="*/ 226848 h 234288"/>
              <a:gd name="connsiteX19" fmla="*/ 2600 w 178276"/>
              <a:gd name="connsiteY19" fmla="*/ 226848 h 234288"/>
              <a:gd name="connsiteX20" fmla="*/ 2600 w 178276"/>
              <a:gd name="connsiteY20" fmla="*/ 227799 h 234288"/>
              <a:gd name="connsiteX21" fmla="*/ 8111 w 178276"/>
              <a:gd name="connsiteY21" fmla="*/ 233311 h 234288"/>
              <a:gd name="connsiteX22" fmla="*/ 21056 w 178276"/>
              <a:gd name="connsiteY22" fmla="*/ 233311 h 234288"/>
              <a:gd name="connsiteX23" fmla="*/ 26568 w 178276"/>
              <a:gd name="connsiteY23" fmla="*/ 227799 h 234288"/>
              <a:gd name="connsiteX24" fmla="*/ 26568 w 178276"/>
              <a:gd name="connsiteY24" fmla="*/ 226848 h 234288"/>
              <a:gd name="connsiteX25" fmla="*/ 29363 w 178276"/>
              <a:gd name="connsiteY25" fmla="*/ 226848 h 234288"/>
              <a:gd name="connsiteX26" fmla="*/ 39513 w 178276"/>
              <a:gd name="connsiteY26" fmla="*/ 131076 h 234288"/>
              <a:gd name="connsiteX27" fmla="*/ 39513 w 178276"/>
              <a:gd name="connsiteY27" fmla="*/ 202887 h 234288"/>
              <a:gd name="connsiteX28" fmla="*/ 39513 w 178276"/>
              <a:gd name="connsiteY28" fmla="*/ 209283 h 234288"/>
              <a:gd name="connsiteX29" fmla="*/ 39513 w 178276"/>
              <a:gd name="connsiteY29" fmla="*/ 225965 h 234288"/>
              <a:gd name="connsiteX30" fmla="*/ 85676 w 178276"/>
              <a:gd name="connsiteY30" fmla="*/ 234271 h 234288"/>
              <a:gd name="connsiteX31" fmla="*/ 81912 w 178276"/>
              <a:gd name="connsiteY31" fmla="*/ 70219 h 234288"/>
              <a:gd name="connsiteX32" fmla="*/ 81912 w 178276"/>
              <a:gd name="connsiteY32" fmla="*/ 69336 h 234288"/>
              <a:gd name="connsiteX33" fmla="*/ 81021 w 178276"/>
              <a:gd name="connsiteY33" fmla="*/ 69336 h 234288"/>
              <a:gd name="connsiteX34" fmla="*/ 78235 w 178276"/>
              <a:gd name="connsiteY34" fmla="*/ 66542 h 234288"/>
              <a:gd name="connsiteX35" fmla="*/ 56992 w 178276"/>
              <a:gd name="connsiteY35" fmla="*/ 45376 h 234288"/>
              <a:gd name="connsiteX36" fmla="*/ 56992 w 178276"/>
              <a:gd name="connsiteY36" fmla="*/ 36110 h 234288"/>
              <a:gd name="connsiteX37" fmla="*/ 67142 w 178276"/>
              <a:gd name="connsiteY37" fmla="*/ 25968 h 234288"/>
              <a:gd name="connsiteX38" fmla="*/ 109627 w 178276"/>
              <a:gd name="connsiteY38" fmla="*/ 25968 h 234288"/>
              <a:gd name="connsiteX39" fmla="*/ 119777 w 178276"/>
              <a:gd name="connsiteY39" fmla="*/ 36110 h 234288"/>
              <a:gd name="connsiteX40" fmla="*/ 119777 w 178276"/>
              <a:gd name="connsiteY40" fmla="*/ 45376 h 234288"/>
              <a:gd name="connsiteX41" fmla="*/ 95817 w 178276"/>
              <a:gd name="connsiteY41" fmla="*/ 69336 h 234288"/>
              <a:gd name="connsiteX42" fmla="*/ 94857 w 178276"/>
              <a:gd name="connsiteY42" fmla="*/ 70219 h 234288"/>
              <a:gd name="connsiteX43" fmla="*/ 93022 w 178276"/>
              <a:gd name="connsiteY43" fmla="*/ 234288 h 234288"/>
              <a:gd name="connsiteX44" fmla="*/ 138225 w 178276"/>
              <a:gd name="connsiteY44" fmla="*/ 225982 h 234288"/>
              <a:gd name="connsiteX45" fmla="*/ 138225 w 178276"/>
              <a:gd name="connsiteY45" fmla="*/ 209300 h 234288"/>
              <a:gd name="connsiteX46" fmla="*/ 138225 w 178276"/>
              <a:gd name="connsiteY46" fmla="*/ 202905 h 234288"/>
              <a:gd name="connsiteX47" fmla="*/ 138225 w 178276"/>
              <a:gd name="connsiteY47" fmla="*/ 131084 h 234288"/>
              <a:gd name="connsiteX48" fmla="*/ 148375 w 178276"/>
              <a:gd name="connsiteY48" fmla="*/ 226856 h 234288"/>
              <a:gd name="connsiteX49" fmla="*/ 151161 w 178276"/>
              <a:gd name="connsiteY49" fmla="*/ 226856 h 234288"/>
              <a:gd name="connsiteX50" fmla="*/ 151161 w 178276"/>
              <a:gd name="connsiteY50" fmla="*/ 227808 h 234288"/>
              <a:gd name="connsiteX51" fmla="*/ 156682 w 178276"/>
              <a:gd name="connsiteY51" fmla="*/ 233320 h 234288"/>
              <a:gd name="connsiteX52" fmla="*/ 169540 w 178276"/>
              <a:gd name="connsiteY52" fmla="*/ 233320 h 234288"/>
              <a:gd name="connsiteX53" fmla="*/ 175130 w 178276"/>
              <a:gd name="connsiteY53" fmla="*/ 227808 h 234288"/>
              <a:gd name="connsiteX54" fmla="*/ 175130 w 178276"/>
              <a:gd name="connsiteY54" fmla="*/ 226856 h 234288"/>
              <a:gd name="connsiteX55" fmla="*/ 177916 w 178276"/>
              <a:gd name="connsiteY55" fmla="*/ 226856 h 234288"/>
              <a:gd name="connsiteX56" fmla="*/ 169532 w 178276"/>
              <a:gd name="connsiteY56" fmla="*/ 109842 h 234288"/>
              <a:gd name="connsiteX57" fmla="*/ 169532 w 178276"/>
              <a:gd name="connsiteY57" fmla="*/ 109842 h 234288"/>
              <a:gd name="connsiteX58" fmla="*/ 169532 w 178276"/>
              <a:gd name="connsiteY58" fmla="*/ 108890 h 234288"/>
              <a:gd name="connsiteX59" fmla="*/ 164020 w 178276"/>
              <a:gd name="connsiteY59" fmla="*/ 84921 h 234288"/>
              <a:gd name="connsiteX60" fmla="*/ 141894 w 178276"/>
              <a:gd name="connsiteY60" fmla="*/ 71188 h 234288"/>
              <a:gd name="connsiteX61" fmla="*/ 131753 w 178276"/>
              <a:gd name="connsiteY61" fmla="*/ 68385 h 234288"/>
              <a:gd name="connsiteX62" fmla="*/ 131753 w 178276"/>
              <a:gd name="connsiteY62" fmla="*/ 68385 h 234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78276" h="234288">
                <a:moveTo>
                  <a:pt x="131753" y="68385"/>
                </a:moveTo>
                <a:lnTo>
                  <a:pt x="125281" y="60078"/>
                </a:lnTo>
                <a:lnTo>
                  <a:pt x="137265" y="47134"/>
                </a:lnTo>
                <a:cubicBezTo>
                  <a:pt x="139100" y="45376"/>
                  <a:pt x="140051" y="43456"/>
                  <a:pt x="140051" y="40739"/>
                </a:cubicBezTo>
                <a:cubicBezTo>
                  <a:pt x="140051" y="38030"/>
                  <a:pt x="139100" y="35235"/>
                  <a:pt x="137265" y="33323"/>
                </a:cubicBezTo>
                <a:lnTo>
                  <a:pt x="114179" y="10306"/>
                </a:lnTo>
                <a:cubicBezTo>
                  <a:pt x="100369" y="-3435"/>
                  <a:pt x="77283" y="-3435"/>
                  <a:pt x="62581" y="10306"/>
                </a:cubicBezTo>
                <a:lnTo>
                  <a:pt x="40378" y="33323"/>
                </a:lnTo>
                <a:cubicBezTo>
                  <a:pt x="38544" y="35235"/>
                  <a:pt x="36701" y="38030"/>
                  <a:pt x="36701" y="40739"/>
                </a:cubicBezTo>
                <a:cubicBezTo>
                  <a:pt x="36701" y="43456"/>
                  <a:pt x="38544" y="45376"/>
                  <a:pt x="40378" y="47134"/>
                </a:cubicBezTo>
                <a:lnTo>
                  <a:pt x="52431" y="59187"/>
                </a:lnTo>
                <a:lnTo>
                  <a:pt x="56109" y="62864"/>
                </a:lnTo>
                <a:lnTo>
                  <a:pt x="51480" y="66542"/>
                </a:lnTo>
                <a:cubicBezTo>
                  <a:pt x="46851" y="67433"/>
                  <a:pt x="42290" y="69336"/>
                  <a:pt x="35818" y="71179"/>
                </a:cubicBezTo>
                <a:cubicBezTo>
                  <a:pt x="29354" y="73888"/>
                  <a:pt x="18253" y="80361"/>
                  <a:pt x="13624" y="84038"/>
                </a:cubicBezTo>
                <a:cubicBezTo>
                  <a:pt x="13624" y="84038"/>
                  <a:pt x="10906" y="96974"/>
                  <a:pt x="8103" y="108881"/>
                </a:cubicBezTo>
                <a:lnTo>
                  <a:pt x="8103" y="108881"/>
                </a:lnTo>
                <a:lnTo>
                  <a:pt x="8103" y="109833"/>
                </a:lnTo>
                <a:cubicBezTo>
                  <a:pt x="3474" y="135636"/>
                  <a:pt x="-2038" y="178996"/>
                  <a:pt x="757" y="226848"/>
                </a:cubicBezTo>
                <a:lnTo>
                  <a:pt x="2600" y="226848"/>
                </a:lnTo>
                <a:lnTo>
                  <a:pt x="2600" y="227799"/>
                </a:lnTo>
                <a:cubicBezTo>
                  <a:pt x="2600" y="231485"/>
                  <a:pt x="5394" y="233311"/>
                  <a:pt x="8111" y="233311"/>
                </a:cubicBezTo>
                <a:lnTo>
                  <a:pt x="21056" y="233311"/>
                </a:lnTo>
                <a:cubicBezTo>
                  <a:pt x="23765" y="233311"/>
                  <a:pt x="26568" y="231477"/>
                  <a:pt x="26568" y="227799"/>
                </a:cubicBezTo>
                <a:lnTo>
                  <a:pt x="26568" y="226848"/>
                </a:lnTo>
                <a:lnTo>
                  <a:pt x="29363" y="226848"/>
                </a:lnTo>
                <a:cubicBezTo>
                  <a:pt x="29363" y="226848"/>
                  <a:pt x="26568" y="150329"/>
                  <a:pt x="39513" y="131076"/>
                </a:cubicBezTo>
                <a:lnTo>
                  <a:pt x="39513" y="202887"/>
                </a:lnTo>
                <a:lnTo>
                  <a:pt x="39513" y="209283"/>
                </a:lnTo>
                <a:lnTo>
                  <a:pt x="39513" y="225965"/>
                </a:lnTo>
                <a:cubicBezTo>
                  <a:pt x="39513" y="225965"/>
                  <a:pt x="64424" y="233311"/>
                  <a:pt x="85676" y="234271"/>
                </a:cubicBezTo>
                <a:lnTo>
                  <a:pt x="81912" y="70219"/>
                </a:lnTo>
                <a:lnTo>
                  <a:pt x="81912" y="69336"/>
                </a:lnTo>
                <a:lnTo>
                  <a:pt x="81021" y="69336"/>
                </a:lnTo>
                <a:cubicBezTo>
                  <a:pt x="81021" y="68385"/>
                  <a:pt x="80069" y="67425"/>
                  <a:pt x="78235" y="66542"/>
                </a:cubicBezTo>
                <a:lnTo>
                  <a:pt x="56992" y="45376"/>
                </a:lnTo>
                <a:cubicBezTo>
                  <a:pt x="54206" y="42582"/>
                  <a:pt x="54206" y="38904"/>
                  <a:pt x="56992" y="36110"/>
                </a:cubicBezTo>
                <a:lnTo>
                  <a:pt x="67142" y="25968"/>
                </a:lnTo>
                <a:cubicBezTo>
                  <a:pt x="79118" y="14052"/>
                  <a:pt x="98526" y="14052"/>
                  <a:pt x="109627" y="25968"/>
                </a:cubicBezTo>
                <a:lnTo>
                  <a:pt x="119777" y="36110"/>
                </a:lnTo>
                <a:cubicBezTo>
                  <a:pt x="122572" y="38904"/>
                  <a:pt x="122572" y="42582"/>
                  <a:pt x="119777" y="45376"/>
                </a:cubicBezTo>
                <a:lnTo>
                  <a:pt x="95817" y="69336"/>
                </a:lnTo>
                <a:cubicBezTo>
                  <a:pt x="95817" y="70219"/>
                  <a:pt x="94857" y="70219"/>
                  <a:pt x="94857" y="70219"/>
                </a:cubicBezTo>
                <a:lnTo>
                  <a:pt x="93022" y="234288"/>
                </a:lnTo>
                <a:cubicBezTo>
                  <a:pt x="113305" y="233337"/>
                  <a:pt x="138225" y="225982"/>
                  <a:pt x="138225" y="225982"/>
                </a:cubicBezTo>
                <a:lnTo>
                  <a:pt x="138225" y="209300"/>
                </a:lnTo>
                <a:lnTo>
                  <a:pt x="138225" y="202905"/>
                </a:lnTo>
                <a:lnTo>
                  <a:pt x="138225" y="131084"/>
                </a:lnTo>
                <a:cubicBezTo>
                  <a:pt x="151161" y="150338"/>
                  <a:pt x="148375" y="226856"/>
                  <a:pt x="148375" y="226856"/>
                </a:cubicBezTo>
                <a:lnTo>
                  <a:pt x="151161" y="226856"/>
                </a:lnTo>
                <a:lnTo>
                  <a:pt x="151161" y="227808"/>
                </a:lnTo>
                <a:cubicBezTo>
                  <a:pt x="151161" y="231494"/>
                  <a:pt x="152995" y="233320"/>
                  <a:pt x="156682" y="233320"/>
                </a:cubicBezTo>
                <a:lnTo>
                  <a:pt x="169540" y="233320"/>
                </a:lnTo>
                <a:cubicBezTo>
                  <a:pt x="172335" y="233320"/>
                  <a:pt x="175130" y="231485"/>
                  <a:pt x="175130" y="227808"/>
                </a:cubicBezTo>
                <a:lnTo>
                  <a:pt x="175130" y="226856"/>
                </a:lnTo>
                <a:lnTo>
                  <a:pt x="177916" y="226856"/>
                </a:lnTo>
                <a:cubicBezTo>
                  <a:pt x="179759" y="179004"/>
                  <a:pt x="174161" y="135636"/>
                  <a:pt x="169532" y="109842"/>
                </a:cubicBezTo>
                <a:lnTo>
                  <a:pt x="169532" y="109842"/>
                </a:lnTo>
                <a:lnTo>
                  <a:pt x="169532" y="108890"/>
                </a:lnTo>
                <a:cubicBezTo>
                  <a:pt x="166814" y="96974"/>
                  <a:pt x="164020" y="84921"/>
                  <a:pt x="164020" y="84921"/>
                </a:cubicBezTo>
                <a:cubicBezTo>
                  <a:pt x="159382" y="80369"/>
                  <a:pt x="148366" y="73897"/>
                  <a:pt x="141894" y="71188"/>
                </a:cubicBezTo>
                <a:cubicBezTo>
                  <a:pt x="138225" y="70219"/>
                  <a:pt x="134470" y="68385"/>
                  <a:pt x="131753" y="68385"/>
                </a:cubicBezTo>
                <a:lnTo>
                  <a:pt x="131753" y="68385"/>
                </a:lnTo>
                <a:close/>
              </a:path>
            </a:pathLst>
          </a:custGeom>
          <a:solidFill>
            <a:schemeClr val="bg1"/>
          </a:solidFill>
          <a:ln w="8572" cap="flat">
            <a:noFill/>
            <a:prstDash val="solid"/>
            <a:miter/>
          </a:ln>
        </p:spPr>
        <p:txBody>
          <a:bodyPr rtlCol="0" anchor="ctr"/>
          <a:lstStyle/>
          <a:p>
            <a:endParaRPr lang="en-US"/>
          </a:p>
        </p:txBody>
      </p:sp>
      <p:cxnSp>
        <p:nvCxnSpPr>
          <p:cNvPr id="13" name="Straight Connector 12">
            <a:extLst>
              <a:ext uri="{FF2B5EF4-FFF2-40B4-BE49-F238E27FC236}">
                <a16:creationId xmlns:a16="http://schemas.microsoft.com/office/drawing/2014/main" id="{9349B5D6-E946-F8BC-E11F-504C83616033}"/>
              </a:ext>
            </a:extLst>
          </p:cNvPr>
          <p:cNvCxnSpPr/>
          <p:nvPr/>
        </p:nvCxnSpPr>
        <p:spPr>
          <a:xfrm>
            <a:off x="1847088" y="3611880"/>
            <a:ext cx="0" cy="5997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781BDB3-730A-25A3-4448-2E66F6EF2D1F}"/>
              </a:ext>
            </a:extLst>
          </p:cNvPr>
          <p:cNvSpPr txBox="1"/>
          <p:nvPr/>
        </p:nvSpPr>
        <p:spPr>
          <a:xfrm>
            <a:off x="2061496" y="3579728"/>
            <a:ext cx="2537936" cy="615553"/>
          </a:xfrm>
          <a:prstGeom prst="rect">
            <a:avLst/>
          </a:prstGeom>
          <a:noFill/>
        </p:spPr>
        <p:txBody>
          <a:bodyPr wrap="square">
            <a:spAutoFit/>
          </a:bodyPr>
          <a:lstStyle/>
          <a:p>
            <a:pPr>
              <a:lnSpc>
                <a:spcPct val="150000"/>
              </a:lnSpc>
            </a:pPr>
            <a:r>
              <a:rPr lang="en-ID" sz="1200" b="0" i="0">
                <a:solidFill>
                  <a:schemeClr val="bg1"/>
                </a:solidFill>
                <a:effectLst/>
                <a:latin typeface="Roboto" panose="02000000000000000000" pitchFamily="2" charset="0"/>
                <a:ea typeface="Roboto" panose="02000000000000000000" pitchFamily="2" charset="0"/>
              </a:rPr>
              <a:t>Lorem ipsum dolor sit amet, de si consectetur adipiscing elit, sed do</a:t>
            </a:r>
            <a:endParaRPr lang="en-US" sz="1200">
              <a:solidFill>
                <a:schemeClr val="bg1"/>
              </a:solidFill>
              <a:latin typeface="Roboto" panose="02000000000000000000" pitchFamily="2" charset="0"/>
              <a:ea typeface="Roboto" panose="02000000000000000000" pitchFamily="2" charset="0"/>
            </a:endParaRPr>
          </a:p>
        </p:txBody>
      </p:sp>
      <p:cxnSp>
        <p:nvCxnSpPr>
          <p:cNvPr id="16" name="Straight Connector 15">
            <a:extLst>
              <a:ext uri="{FF2B5EF4-FFF2-40B4-BE49-F238E27FC236}">
                <a16:creationId xmlns:a16="http://schemas.microsoft.com/office/drawing/2014/main" id="{2CAB3B16-3421-FF67-D50D-D3FF1485E719}"/>
              </a:ext>
            </a:extLst>
          </p:cNvPr>
          <p:cNvCxnSpPr/>
          <p:nvPr/>
        </p:nvCxnSpPr>
        <p:spPr>
          <a:xfrm>
            <a:off x="1847088" y="4936322"/>
            <a:ext cx="0" cy="5997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A72573C-2841-5353-8A59-9CA93E0F57D0}"/>
              </a:ext>
            </a:extLst>
          </p:cNvPr>
          <p:cNvSpPr txBox="1"/>
          <p:nvPr/>
        </p:nvSpPr>
        <p:spPr>
          <a:xfrm>
            <a:off x="2061496" y="4904170"/>
            <a:ext cx="2537936" cy="615553"/>
          </a:xfrm>
          <a:prstGeom prst="rect">
            <a:avLst/>
          </a:prstGeom>
          <a:noFill/>
        </p:spPr>
        <p:txBody>
          <a:bodyPr wrap="square">
            <a:spAutoFit/>
          </a:bodyPr>
          <a:lstStyle/>
          <a:p>
            <a:pPr>
              <a:lnSpc>
                <a:spcPct val="150000"/>
              </a:lnSpc>
            </a:pPr>
            <a:r>
              <a:rPr lang="en-ID" sz="1200" b="0" i="0">
                <a:solidFill>
                  <a:schemeClr val="bg1"/>
                </a:solidFill>
                <a:effectLst/>
                <a:latin typeface="Roboto" panose="02000000000000000000" pitchFamily="2" charset="0"/>
                <a:ea typeface="Roboto" panose="02000000000000000000" pitchFamily="2" charset="0"/>
              </a:rPr>
              <a:t>Lorem ipsum dolor sit amet, de si consectetur adipiscing elit, sed do</a:t>
            </a:r>
            <a:endParaRPr lang="en-US" sz="1200">
              <a:solidFill>
                <a:schemeClr val="bg1"/>
              </a:solidFill>
              <a:latin typeface="Roboto" panose="02000000000000000000" pitchFamily="2" charset="0"/>
              <a:ea typeface="Roboto" panose="02000000000000000000" pitchFamily="2" charset="0"/>
            </a:endParaRPr>
          </a:p>
        </p:txBody>
      </p:sp>
      <p:sp>
        <p:nvSpPr>
          <p:cNvPr id="2" name="Picture Placeholder 1">
            <a:extLst>
              <a:ext uri="{FF2B5EF4-FFF2-40B4-BE49-F238E27FC236}">
                <a16:creationId xmlns:a16="http://schemas.microsoft.com/office/drawing/2014/main" id="{E34368B8-CF91-C852-E326-49BDFDB2D911}"/>
              </a:ext>
            </a:extLst>
          </p:cNvPr>
          <p:cNvSpPr>
            <a:spLocks noGrp="1"/>
          </p:cNvSpPr>
          <p:nvPr>
            <p:ph type="pic" sz="quarter" idx="10"/>
          </p:nvPr>
        </p:nvSpPr>
        <p:spPr/>
        <p:txBody>
          <a:bodyPr/>
          <a:lstStyle/>
          <a:p>
            <a:endParaRPr lang="zh-TW" altLang="en-US"/>
          </a:p>
        </p:txBody>
      </p:sp>
      <p:sp>
        <p:nvSpPr>
          <p:cNvPr id="3" name="Picture Placeholder 2">
            <a:extLst>
              <a:ext uri="{FF2B5EF4-FFF2-40B4-BE49-F238E27FC236}">
                <a16:creationId xmlns:a16="http://schemas.microsoft.com/office/drawing/2014/main" id="{ED3E551E-4F91-E023-8482-98DEB5FC8478}"/>
              </a:ext>
            </a:extLst>
          </p:cNvPr>
          <p:cNvSpPr>
            <a:spLocks noGrp="1"/>
          </p:cNvSpPr>
          <p:nvPr>
            <p:ph type="pic" sz="quarter" idx="11"/>
          </p:nvPr>
        </p:nvSpPr>
        <p:spPr/>
        <p:txBody>
          <a:bodyPr/>
          <a:lstStyle/>
          <a:p>
            <a:endParaRPr lang="zh-TW" altLang="en-US"/>
          </a:p>
        </p:txBody>
      </p:sp>
    </p:spTree>
    <p:extLst>
      <p:ext uri="{BB962C8B-B14F-4D97-AF65-F5344CB8AC3E}">
        <p14:creationId xmlns:p14="http://schemas.microsoft.com/office/powerpoint/2010/main" val="1772958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36161-0351-3B07-A4F2-A893A0225A0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7EE58CB-95F8-5FE8-4687-00323A4930C1}"/>
              </a:ext>
            </a:extLst>
          </p:cNvPr>
          <p:cNvSpPr txBox="1"/>
          <p:nvPr/>
        </p:nvSpPr>
        <p:spPr>
          <a:xfrm>
            <a:off x="803330" y="1571130"/>
            <a:ext cx="5292671"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Pink</a:t>
            </a:r>
            <a:r>
              <a:rPr lang="en-ID" sz="3600" b="1">
                <a:latin typeface="Poppins SemiBold" pitchFamily="2" charset="77"/>
                <a:cs typeface="Poppins SemiBold" pitchFamily="2" charset="77"/>
              </a:rPr>
              <a:t> in Haute Couture Art Meets </a:t>
            </a:r>
            <a:r>
              <a:rPr lang="en-ID" sz="3600" b="1">
                <a:solidFill>
                  <a:schemeClr val="accent1"/>
                </a:solidFill>
                <a:latin typeface="Poppins SemiBold" pitchFamily="2" charset="77"/>
                <a:cs typeface="Poppins SemiBold" pitchFamily="2" charset="77"/>
              </a:rPr>
              <a:t>Elegance</a:t>
            </a:r>
          </a:p>
        </p:txBody>
      </p:sp>
      <p:sp>
        <p:nvSpPr>
          <p:cNvPr id="10" name="TextBox 9">
            <a:extLst>
              <a:ext uri="{FF2B5EF4-FFF2-40B4-BE49-F238E27FC236}">
                <a16:creationId xmlns:a16="http://schemas.microsoft.com/office/drawing/2014/main" id="{BFCA9652-624E-D49A-5365-D1FDD8A9BCEB}"/>
              </a:ext>
            </a:extLst>
          </p:cNvPr>
          <p:cNvSpPr txBox="1"/>
          <p:nvPr/>
        </p:nvSpPr>
        <p:spPr>
          <a:xfrm>
            <a:off x="6096000" y="4768587"/>
            <a:ext cx="4138683" cy="369332"/>
          </a:xfrm>
          <a:prstGeom prst="rect">
            <a:avLst/>
          </a:prstGeom>
          <a:noFill/>
        </p:spPr>
        <p:txBody>
          <a:bodyPr wrap="square">
            <a:spAutoFit/>
          </a:bodyPr>
          <a:lstStyle/>
          <a:p>
            <a:r>
              <a:rPr lang="en-ID">
                <a:solidFill>
                  <a:schemeClr val="accent1"/>
                </a:solidFill>
                <a:latin typeface="Poppins Medium" pitchFamily="2" charset="77"/>
                <a:cs typeface="Poppins Medium" pitchFamily="2" charset="77"/>
              </a:rPr>
              <a:t>A Symbol of Luxury and Femininity</a:t>
            </a:r>
            <a:endParaRPr lang="en-US">
              <a:solidFill>
                <a:schemeClr val="accent1"/>
              </a:solidFill>
              <a:latin typeface="Poppins Medium" pitchFamily="2" charset="77"/>
              <a:cs typeface="Poppins Medium" pitchFamily="2" charset="77"/>
            </a:endParaRPr>
          </a:p>
        </p:txBody>
      </p:sp>
      <p:sp>
        <p:nvSpPr>
          <p:cNvPr id="11" name="TextBox 10">
            <a:extLst>
              <a:ext uri="{FF2B5EF4-FFF2-40B4-BE49-F238E27FC236}">
                <a16:creationId xmlns:a16="http://schemas.microsoft.com/office/drawing/2014/main" id="{53679AD9-7BC6-D6BA-E011-EAD88FD1A13D}"/>
              </a:ext>
            </a:extLst>
          </p:cNvPr>
          <p:cNvSpPr txBox="1"/>
          <p:nvPr/>
        </p:nvSpPr>
        <p:spPr>
          <a:xfrm>
            <a:off x="6095999" y="5171074"/>
            <a:ext cx="5586485"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 laboris nisi ut aliquip ex ea commodo consequat.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D586F1EA-0F1E-B724-EBA0-83E59EC18A93}"/>
              </a:ext>
            </a:extLst>
          </p:cNvPr>
          <p:cNvSpPr txBox="1"/>
          <p:nvPr/>
        </p:nvSpPr>
        <p:spPr>
          <a:xfrm>
            <a:off x="803330" y="2771459"/>
            <a:ext cx="5078855"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3" name="Picture Placeholder 2">
            <a:extLst>
              <a:ext uri="{FF2B5EF4-FFF2-40B4-BE49-F238E27FC236}">
                <a16:creationId xmlns:a16="http://schemas.microsoft.com/office/drawing/2014/main" id="{F2ED06A8-B308-9AAA-6C37-C9C778E288EB}"/>
              </a:ext>
            </a:extLst>
          </p:cNvPr>
          <p:cNvSpPr>
            <a:spLocks noGrp="1"/>
          </p:cNvSpPr>
          <p:nvPr>
            <p:ph type="pic" sz="quarter" idx="11"/>
          </p:nvPr>
        </p:nvSpPr>
        <p:spPr/>
        <p:txBody>
          <a:bodyPr/>
          <a:lstStyle/>
          <a:p>
            <a:endParaRPr lang="zh-TW" altLang="en-US"/>
          </a:p>
        </p:txBody>
      </p:sp>
      <p:sp>
        <p:nvSpPr>
          <p:cNvPr id="5" name="Picture Placeholder 4">
            <a:extLst>
              <a:ext uri="{FF2B5EF4-FFF2-40B4-BE49-F238E27FC236}">
                <a16:creationId xmlns:a16="http://schemas.microsoft.com/office/drawing/2014/main" id="{1443C8F0-1A0C-7CD1-A0A2-819CC13FA59A}"/>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3470189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FF7B4-C0C1-4E17-400A-41ED504E32DB}"/>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A08E91B-103F-411A-24B6-B9E2042BF1AB}"/>
              </a:ext>
            </a:extLst>
          </p:cNvPr>
          <p:cNvSpPr>
            <a:spLocks noGrp="1"/>
          </p:cNvSpPr>
          <p:nvPr>
            <p:ph type="pic" sz="quarter" idx="10"/>
          </p:nvPr>
        </p:nvSpPr>
        <p:spPr/>
        <p:txBody>
          <a:bodyPr/>
          <a:lstStyle/>
          <a:p>
            <a:endParaRPr lang="zh-TW" altLang="en-US"/>
          </a:p>
        </p:txBody>
      </p:sp>
      <p:sp>
        <p:nvSpPr>
          <p:cNvPr id="4" name="Picture Placeholder 3">
            <a:extLst>
              <a:ext uri="{FF2B5EF4-FFF2-40B4-BE49-F238E27FC236}">
                <a16:creationId xmlns:a16="http://schemas.microsoft.com/office/drawing/2014/main" id="{2C0BAB42-BAF1-421F-DD69-045FAF0F9EB4}"/>
              </a:ext>
            </a:extLst>
          </p:cNvPr>
          <p:cNvSpPr>
            <a:spLocks noGrp="1"/>
          </p:cNvSpPr>
          <p:nvPr>
            <p:ph type="pic" sz="quarter" idx="11"/>
          </p:nvPr>
        </p:nvSpPr>
        <p:spPr/>
        <p:txBody>
          <a:bodyPr/>
          <a:lstStyle/>
          <a:p>
            <a:endParaRPr lang="zh-TW" altLang="en-US"/>
          </a:p>
        </p:txBody>
      </p:sp>
      <p:pic>
        <p:nvPicPr>
          <p:cNvPr id="8" name="Picture 7" descr="A computer with a black screen&#10;&#10;Description automatically generated">
            <a:extLst>
              <a:ext uri="{FF2B5EF4-FFF2-40B4-BE49-F238E27FC236}">
                <a16:creationId xmlns:a16="http://schemas.microsoft.com/office/drawing/2014/main" id="{D82333A9-9916-2435-D33B-1100A8C3138A}"/>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7906822" y="942018"/>
            <a:ext cx="7481576" cy="5611182"/>
          </a:xfrm>
          <a:prstGeom prst="rect">
            <a:avLst/>
          </a:prstGeom>
        </p:spPr>
      </p:pic>
      <p:pic>
        <p:nvPicPr>
          <p:cNvPr id="3" name="Picture 2" descr="A computer with a black screen&#10;&#10;Description automatically generated">
            <a:extLst>
              <a:ext uri="{FF2B5EF4-FFF2-40B4-BE49-F238E27FC236}">
                <a16:creationId xmlns:a16="http://schemas.microsoft.com/office/drawing/2014/main" id="{F8E3AB94-8498-381C-272D-F13A64BDB2C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196396" y="942018"/>
            <a:ext cx="7481576" cy="5611182"/>
          </a:xfrm>
          <a:prstGeom prst="rect">
            <a:avLst/>
          </a:prstGeom>
        </p:spPr>
      </p:pic>
      <p:grpSp>
        <p:nvGrpSpPr>
          <p:cNvPr id="23" name="Group 22">
            <a:extLst>
              <a:ext uri="{FF2B5EF4-FFF2-40B4-BE49-F238E27FC236}">
                <a16:creationId xmlns:a16="http://schemas.microsoft.com/office/drawing/2014/main" id="{E18125D7-51F5-00C8-C5FB-5A1F908FF3B6}"/>
              </a:ext>
            </a:extLst>
          </p:cNvPr>
          <p:cNvGrpSpPr/>
          <p:nvPr/>
        </p:nvGrpSpPr>
        <p:grpSpPr>
          <a:xfrm>
            <a:off x="3716217" y="4081847"/>
            <a:ext cx="4759567" cy="1195754"/>
            <a:chOff x="3716217" y="3751647"/>
            <a:chExt cx="4759567" cy="1195754"/>
          </a:xfrm>
        </p:grpSpPr>
        <p:sp>
          <p:nvSpPr>
            <p:cNvPr id="9" name="Rounded Rectangle 8">
              <a:extLst>
                <a:ext uri="{FF2B5EF4-FFF2-40B4-BE49-F238E27FC236}">
                  <a16:creationId xmlns:a16="http://schemas.microsoft.com/office/drawing/2014/main" id="{3EFB26DB-EF5C-58FB-C34D-DCFD6E51CACA}"/>
                </a:ext>
              </a:extLst>
            </p:cNvPr>
            <p:cNvSpPr/>
            <p:nvPr/>
          </p:nvSpPr>
          <p:spPr>
            <a:xfrm>
              <a:off x="3716217" y="3751647"/>
              <a:ext cx="4759567" cy="1195754"/>
            </a:xfrm>
            <a:prstGeom prst="roundRect">
              <a:avLst>
                <a:gd name="adj" fmla="val 9804"/>
              </a:avLst>
            </a:prstGeom>
            <a:solidFill>
              <a:schemeClr val="accent1"/>
            </a:solidFill>
            <a:ln>
              <a:noFill/>
            </a:ln>
            <a:effectLst>
              <a:outerShdw blurRad="2540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5A2CC0D-563A-0F8D-4547-2D5BF811FC3F}"/>
                </a:ext>
              </a:extLst>
            </p:cNvPr>
            <p:cNvSpPr txBox="1"/>
            <p:nvPr/>
          </p:nvSpPr>
          <p:spPr>
            <a:xfrm>
              <a:off x="4015190" y="3981593"/>
              <a:ext cx="1078520" cy="584775"/>
            </a:xfrm>
            <a:prstGeom prst="rect">
              <a:avLst/>
            </a:prstGeom>
            <a:noFill/>
          </p:spPr>
          <p:txBody>
            <a:bodyPr wrap="square">
              <a:spAutoFit/>
            </a:bodyPr>
            <a:lstStyle/>
            <a:p>
              <a:pPr algn="ctr"/>
              <a:r>
                <a:rPr lang="en-ID" sz="3200">
                  <a:solidFill>
                    <a:schemeClr val="bg1"/>
                  </a:solidFill>
                  <a:latin typeface="Poppins Medium" pitchFamily="2" charset="77"/>
                  <a:cs typeface="Poppins Medium" pitchFamily="2" charset="77"/>
                </a:rPr>
                <a:t>50+</a:t>
              </a:r>
              <a:endParaRPr lang="en-US" sz="3200">
                <a:solidFill>
                  <a:schemeClr val="bg1"/>
                </a:solidFill>
                <a:latin typeface="Poppins Medium" pitchFamily="2" charset="77"/>
                <a:cs typeface="Poppins Medium" pitchFamily="2" charset="77"/>
              </a:endParaRPr>
            </a:p>
          </p:txBody>
        </p:sp>
        <p:sp>
          <p:nvSpPr>
            <p:cNvPr id="11" name="TextBox 10">
              <a:extLst>
                <a:ext uri="{FF2B5EF4-FFF2-40B4-BE49-F238E27FC236}">
                  <a16:creationId xmlns:a16="http://schemas.microsoft.com/office/drawing/2014/main" id="{AAD3A5B9-0BCA-632B-5C65-29BC6E54AA98}"/>
                </a:ext>
              </a:extLst>
            </p:cNvPr>
            <p:cNvSpPr txBox="1"/>
            <p:nvPr/>
          </p:nvSpPr>
          <p:spPr>
            <a:xfrm>
              <a:off x="4155831" y="4446989"/>
              <a:ext cx="785444" cy="318036"/>
            </a:xfrm>
            <a:prstGeom prst="rect">
              <a:avLst/>
            </a:prstGeom>
            <a:noFill/>
          </p:spPr>
          <p:txBody>
            <a:bodyPr wrap="square">
              <a:spAutoFit/>
            </a:bodyPr>
            <a:lstStyle/>
            <a:p>
              <a:pPr>
                <a:lnSpc>
                  <a:spcPct val="150000"/>
                </a:lnSpc>
              </a:pPr>
              <a:r>
                <a:rPr lang="en-ID" sz="1100" b="0" i="0">
                  <a:solidFill>
                    <a:schemeClr val="bg1"/>
                  </a:solidFill>
                  <a:effectLst/>
                  <a:latin typeface="Roboto" panose="02000000000000000000" pitchFamily="2" charset="0"/>
                  <a:ea typeface="Roboto" panose="02000000000000000000" pitchFamily="2" charset="0"/>
                </a:rPr>
                <a:t>Option 1</a:t>
              </a:r>
              <a:endParaRPr lang="en-US" sz="1100">
                <a:solidFill>
                  <a:schemeClr val="bg1"/>
                </a:solidFill>
                <a:latin typeface="Roboto" panose="02000000000000000000" pitchFamily="2" charset="0"/>
                <a:ea typeface="Roboto" panose="02000000000000000000" pitchFamily="2" charset="0"/>
              </a:endParaRPr>
            </a:p>
          </p:txBody>
        </p:sp>
        <p:cxnSp>
          <p:nvCxnSpPr>
            <p:cNvPr id="12" name="Straight Connector 11">
              <a:extLst>
                <a:ext uri="{FF2B5EF4-FFF2-40B4-BE49-F238E27FC236}">
                  <a16:creationId xmlns:a16="http://schemas.microsoft.com/office/drawing/2014/main" id="{775ED9A8-3ED7-1DD2-33B5-3D982021C677}"/>
                </a:ext>
              </a:extLst>
            </p:cNvPr>
            <p:cNvCxnSpPr>
              <a:cxnSpLocks/>
            </p:cNvCxnSpPr>
            <p:nvPr/>
          </p:nvCxnSpPr>
          <p:spPr>
            <a:xfrm>
              <a:off x="5268647" y="3907534"/>
              <a:ext cx="0" cy="887343"/>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568345E-2104-D591-FFDE-DE7627383788}"/>
                </a:ext>
              </a:extLst>
            </p:cNvPr>
            <p:cNvSpPr txBox="1"/>
            <p:nvPr/>
          </p:nvSpPr>
          <p:spPr>
            <a:xfrm>
              <a:off x="5591945" y="3978799"/>
              <a:ext cx="908534" cy="584775"/>
            </a:xfrm>
            <a:prstGeom prst="rect">
              <a:avLst/>
            </a:prstGeom>
            <a:noFill/>
          </p:spPr>
          <p:txBody>
            <a:bodyPr wrap="square">
              <a:spAutoFit/>
            </a:bodyPr>
            <a:lstStyle/>
            <a:p>
              <a:pPr algn="ctr"/>
              <a:r>
                <a:rPr lang="en-ID" sz="3200">
                  <a:solidFill>
                    <a:schemeClr val="bg1"/>
                  </a:solidFill>
                  <a:latin typeface="Poppins Medium" pitchFamily="2" charset="77"/>
                  <a:cs typeface="Poppins Medium" pitchFamily="2" charset="77"/>
                </a:rPr>
                <a:t>4.9</a:t>
              </a:r>
              <a:endParaRPr lang="en-US" sz="3200">
                <a:solidFill>
                  <a:schemeClr val="bg1"/>
                </a:solidFill>
                <a:latin typeface="Poppins Medium" pitchFamily="2" charset="77"/>
                <a:cs typeface="Poppins Medium" pitchFamily="2" charset="77"/>
              </a:endParaRPr>
            </a:p>
          </p:txBody>
        </p:sp>
        <p:sp>
          <p:nvSpPr>
            <p:cNvPr id="14" name="TextBox 13">
              <a:extLst>
                <a:ext uri="{FF2B5EF4-FFF2-40B4-BE49-F238E27FC236}">
                  <a16:creationId xmlns:a16="http://schemas.microsoft.com/office/drawing/2014/main" id="{D38323B1-3372-E922-415B-2262CB7948F7}"/>
                </a:ext>
              </a:extLst>
            </p:cNvPr>
            <p:cNvSpPr txBox="1"/>
            <p:nvPr/>
          </p:nvSpPr>
          <p:spPr>
            <a:xfrm>
              <a:off x="5732586" y="4444195"/>
              <a:ext cx="785444" cy="318036"/>
            </a:xfrm>
            <a:prstGeom prst="rect">
              <a:avLst/>
            </a:prstGeom>
            <a:noFill/>
          </p:spPr>
          <p:txBody>
            <a:bodyPr wrap="square">
              <a:spAutoFit/>
            </a:bodyPr>
            <a:lstStyle/>
            <a:p>
              <a:pPr>
                <a:lnSpc>
                  <a:spcPct val="150000"/>
                </a:lnSpc>
              </a:pPr>
              <a:r>
                <a:rPr lang="en-ID" sz="1100" b="0" i="0">
                  <a:solidFill>
                    <a:schemeClr val="bg1"/>
                  </a:solidFill>
                  <a:effectLst/>
                  <a:latin typeface="Roboto" panose="02000000000000000000" pitchFamily="2" charset="0"/>
                  <a:ea typeface="Roboto" panose="02000000000000000000" pitchFamily="2" charset="0"/>
                </a:rPr>
                <a:t>Option 2</a:t>
              </a:r>
              <a:endParaRPr lang="en-US" sz="1100">
                <a:solidFill>
                  <a:schemeClr val="bg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35698B54-BE49-A430-7B50-994FCAE681C5}"/>
                </a:ext>
              </a:extLst>
            </p:cNvPr>
            <p:cNvCxnSpPr>
              <a:cxnSpLocks/>
            </p:cNvCxnSpPr>
            <p:nvPr/>
          </p:nvCxnSpPr>
          <p:spPr>
            <a:xfrm>
              <a:off x="6856247" y="3909938"/>
              <a:ext cx="0" cy="887343"/>
            </a:xfrm>
            <a:prstGeom prst="line">
              <a:avLst/>
            </a:prstGeom>
            <a:ln w="127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FD2AC51-E311-B088-2B7E-C7CE61247F43}"/>
                </a:ext>
              </a:extLst>
            </p:cNvPr>
            <p:cNvSpPr txBox="1"/>
            <p:nvPr/>
          </p:nvSpPr>
          <p:spPr>
            <a:xfrm>
              <a:off x="7144377" y="3978799"/>
              <a:ext cx="1106069" cy="584775"/>
            </a:xfrm>
            <a:prstGeom prst="rect">
              <a:avLst/>
            </a:prstGeom>
            <a:noFill/>
          </p:spPr>
          <p:txBody>
            <a:bodyPr wrap="square">
              <a:spAutoFit/>
            </a:bodyPr>
            <a:lstStyle/>
            <a:p>
              <a:pPr algn="ctr"/>
              <a:r>
                <a:rPr lang="en-ID" sz="3200">
                  <a:solidFill>
                    <a:schemeClr val="bg1"/>
                  </a:solidFill>
                  <a:latin typeface="Poppins Medium" pitchFamily="2" charset="77"/>
                  <a:cs typeface="Poppins Medium" pitchFamily="2" charset="77"/>
                </a:rPr>
                <a:t>67K</a:t>
              </a:r>
              <a:endParaRPr lang="en-US" sz="3200">
                <a:solidFill>
                  <a:schemeClr val="bg1"/>
                </a:solidFill>
                <a:latin typeface="Poppins Medium" pitchFamily="2" charset="77"/>
                <a:cs typeface="Poppins Medium" pitchFamily="2" charset="77"/>
              </a:endParaRPr>
            </a:p>
          </p:txBody>
        </p:sp>
        <p:sp>
          <p:nvSpPr>
            <p:cNvPr id="17" name="TextBox 16">
              <a:extLst>
                <a:ext uri="{FF2B5EF4-FFF2-40B4-BE49-F238E27FC236}">
                  <a16:creationId xmlns:a16="http://schemas.microsoft.com/office/drawing/2014/main" id="{38CFA805-C551-F8EC-4F99-159224FF645E}"/>
                </a:ext>
              </a:extLst>
            </p:cNvPr>
            <p:cNvSpPr txBox="1"/>
            <p:nvPr/>
          </p:nvSpPr>
          <p:spPr>
            <a:xfrm>
              <a:off x="7285019" y="4444195"/>
              <a:ext cx="785444" cy="318036"/>
            </a:xfrm>
            <a:prstGeom prst="rect">
              <a:avLst/>
            </a:prstGeom>
            <a:noFill/>
          </p:spPr>
          <p:txBody>
            <a:bodyPr wrap="square">
              <a:spAutoFit/>
            </a:bodyPr>
            <a:lstStyle/>
            <a:p>
              <a:pPr>
                <a:lnSpc>
                  <a:spcPct val="150000"/>
                </a:lnSpc>
              </a:pPr>
              <a:r>
                <a:rPr lang="en-ID" sz="1100" b="0" i="0">
                  <a:solidFill>
                    <a:schemeClr val="bg1"/>
                  </a:solidFill>
                  <a:effectLst/>
                  <a:latin typeface="Roboto" panose="02000000000000000000" pitchFamily="2" charset="0"/>
                  <a:ea typeface="Roboto" panose="02000000000000000000" pitchFamily="2" charset="0"/>
                </a:rPr>
                <a:t>Option 3</a:t>
              </a:r>
              <a:endParaRPr lang="en-US" sz="1100">
                <a:solidFill>
                  <a:schemeClr val="bg1"/>
                </a:solidFill>
                <a:latin typeface="Roboto" panose="02000000000000000000" pitchFamily="2" charset="0"/>
                <a:ea typeface="Roboto" panose="02000000000000000000" pitchFamily="2" charset="0"/>
              </a:endParaRPr>
            </a:p>
          </p:txBody>
        </p:sp>
      </p:grpSp>
      <p:sp>
        <p:nvSpPr>
          <p:cNvPr id="21" name="TextBox 20">
            <a:extLst>
              <a:ext uri="{FF2B5EF4-FFF2-40B4-BE49-F238E27FC236}">
                <a16:creationId xmlns:a16="http://schemas.microsoft.com/office/drawing/2014/main" id="{DFD1C086-C531-7F32-FDE2-D75ACEABCB65}"/>
              </a:ext>
            </a:extLst>
          </p:cNvPr>
          <p:cNvSpPr txBox="1"/>
          <p:nvPr/>
        </p:nvSpPr>
        <p:spPr>
          <a:xfrm>
            <a:off x="3701754" y="1688017"/>
            <a:ext cx="4788493" cy="1200329"/>
          </a:xfrm>
          <a:prstGeom prst="rect">
            <a:avLst/>
          </a:prstGeom>
          <a:noFill/>
        </p:spPr>
        <p:txBody>
          <a:bodyPr wrap="square">
            <a:spAutoFit/>
          </a:bodyPr>
          <a:lstStyle/>
          <a:p>
            <a:pPr algn="ctr"/>
            <a:r>
              <a:rPr lang="en-ID" sz="3600" b="1">
                <a:solidFill>
                  <a:schemeClr val="accent1"/>
                </a:solidFill>
                <a:latin typeface="Poppins SemiBold" pitchFamily="2" charset="77"/>
                <a:cs typeface="Poppins SemiBold" pitchFamily="2" charset="77"/>
              </a:rPr>
              <a:t>Designers</a:t>
            </a:r>
            <a:r>
              <a:rPr lang="en-ID" sz="3600" b="1">
                <a:latin typeface="Poppins SemiBold" pitchFamily="2" charset="77"/>
                <a:cs typeface="Poppins SemiBold" pitchFamily="2" charset="77"/>
              </a:rPr>
              <a:t> Use Pink in </a:t>
            </a:r>
            <a:r>
              <a:rPr lang="en-ID" sz="3600" b="1">
                <a:solidFill>
                  <a:schemeClr val="accent1"/>
                </a:solidFill>
                <a:latin typeface="Poppins SemiBold" pitchFamily="2" charset="77"/>
                <a:cs typeface="Poppins SemiBold" pitchFamily="2" charset="77"/>
              </a:rPr>
              <a:t>Collections</a:t>
            </a:r>
          </a:p>
        </p:txBody>
      </p:sp>
      <p:sp>
        <p:nvSpPr>
          <p:cNvPr id="22" name="TextBox 21">
            <a:extLst>
              <a:ext uri="{FF2B5EF4-FFF2-40B4-BE49-F238E27FC236}">
                <a16:creationId xmlns:a16="http://schemas.microsoft.com/office/drawing/2014/main" id="{E05037C6-7201-B0FA-0C35-E4C7A66C52E6}"/>
              </a:ext>
            </a:extLst>
          </p:cNvPr>
          <p:cNvSpPr txBox="1"/>
          <p:nvPr/>
        </p:nvSpPr>
        <p:spPr>
          <a:xfrm>
            <a:off x="3959643" y="2908419"/>
            <a:ext cx="4272715" cy="892552"/>
          </a:xfrm>
          <a:prstGeom prst="rect">
            <a:avLst/>
          </a:prstGeom>
          <a:noFill/>
        </p:spPr>
        <p:txBody>
          <a:bodyPr wrap="square">
            <a:spAutoFit/>
          </a:bodyPr>
          <a:lstStyle/>
          <a:p>
            <a:pPr algn="ct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8766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1E493-2EB7-C800-D76D-CACBBA92C3FE}"/>
            </a:ext>
          </a:extLst>
        </p:cNvPr>
        <p:cNvGrpSpPr/>
        <p:nvPr/>
      </p:nvGrpSpPr>
      <p:grpSpPr>
        <a:xfrm>
          <a:off x="0" y="0"/>
          <a:ext cx="0" cy="0"/>
          <a:chOff x="0" y="0"/>
          <a:chExt cx="0" cy="0"/>
        </a:xfrm>
      </p:grpSpPr>
      <p:sp>
        <p:nvSpPr>
          <p:cNvPr id="33" name="Freeform 32">
            <a:extLst>
              <a:ext uri="{FF2B5EF4-FFF2-40B4-BE49-F238E27FC236}">
                <a16:creationId xmlns:a16="http://schemas.microsoft.com/office/drawing/2014/main" id="{01CEBD02-5793-7A19-1308-F71B06D38368}"/>
              </a:ext>
            </a:extLst>
          </p:cNvPr>
          <p:cNvSpPr/>
          <p:nvPr/>
        </p:nvSpPr>
        <p:spPr>
          <a:xfrm>
            <a:off x="0" y="1779516"/>
            <a:ext cx="6096738" cy="5078485"/>
          </a:xfrm>
          <a:custGeom>
            <a:avLst/>
            <a:gdLst>
              <a:gd name="connsiteX0" fmla="*/ 1773214 w 6096738"/>
              <a:gd name="connsiteY0" fmla="*/ 1349 h 5078485"/>
              <a:gd name="connsiteX1" fmla="*/ 2022551 w 6096738"/>
              <a:gd name="connsiteY1" fmla="*/ 15395 h 5078485"/>
              <a:gd name="connsiteX2" fmla="*/ 3995948 w 6096738"/>
              <a:gd name="connsiteY2" fmla="*/ 1430926 h 5078485"/>
              <a:gd name="connsiteX3" fmla="*/ 6026524 w 6096738"/>
              <a:gd name="connsiteY3" fmla="*/ 3399687 h 5078485"/>
              <a:gd name="connsiteX4" fmla="*/ 5753811 w 6096738"/>
              <a:gd name="connsiteY4" fmla="*/ 5028284 h 5078485"/>
              <a:gd name="connsiteX5" fmla="*/ 5719658 w 6096738"/>
              <a:gd name="connsiteY5" fmla="*/ 5078485 h 5078485"/>
              <a:gd name="connsiteX6" fmla="*/ 0 w 6096738"/>
              <a:gd name="connsiteY6" fmla="*/ 5078485 h 5078485"/>
              <a:gd name="connsiteX7" fmla="*/ 0 w 6096738"/>
              <a:gd name="connsiteY7" fmla="*/ 1220824 h 5078485"/>
              <a:gd name="connsiteX8" fmla="*/ 146511 w 6096738"/>
              <a:gd name="connsiteY8" fmla="*/ 1001322 h 5078485"/>
              <a:gd name="connsiteX9" fmla="*/ 1773214 w 6096738"/>
              <a:gd name="connsiteY9" fmla="*/ 1349 h 5078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6738" h="5078485">
                <a:moveTo>
                  <a:pt x="1773214" y="1349"/>
                </a:moveTo>
                <a:cubicBezTo>
                  <a:pt x="1857466" y="-2521"/>
                  <a:pt x="1940841" y="1874"/>
                  <a:pt x="2022551" y="15395"/>
                </a:cubicBezTo>
                <a:cubicBezTo>
                  <a:pt x="2677776" y="122025"/>
                  <a:pt x="3223279" y="812791"/>
                  <a:pt x="3995948" y="1430926"/>
                </a:cubicBezTo>
                <a:cubicBezTo>
                  <a:pt x="4768618" y="2049062"/>
                  <a:pt x="5768453" y="2594567"/>
                  <a:pt x="6026524" y="3399687"/>
                </a:cubicBezTo>
                <a:cubicBezTo>
                  <a:pt x="6187819" y="3902889"/>
                  <a:pt x="6060570" y="4507502"/>
                  <a:pt x="5753811" y="5028284"/>
                </a:cubicBezTo>
                <a:lnTo>
                  <a:pt x="5719658" y="5078485"/>
                </a:lnTo>
                <a:lnTo>
                  <a:pt x="0" y="5078485"/>
                </a:lnTo>
                <a:lnTo>
                  <a:pt x="0" y="1220824"/>
                </a:lnTo>
                <a:lnTo>
                  <a:pt x="146511" y="1001322"/>
                </a:lnTo>
                <a:cubicBezTo>
                  <a:pt x="550809" y="460453"/>
                  <a:pt x="1183456" y="28434"/>
                  <a:pt x="1773214" y="1349"/>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Picture Placeholder 1">
            <a:extLst>
              <a:ext uri="{FF2B5EF4-FFF2-40B4-BE49-F238E27FC236}">
                <a16:creationId xmlns:a16="http://schemas.microsoft.com/office/drawing/2014/main" id="{D2FE7646-F5A2-B4DB-5B10-10A61D17FC0C}"/>
              </a:ext>
            </a:extLst>
          </p:cNvPr>
          <p:cNvSpPr>
            <a:spLocks noGrp="1"/>
          </p:cNvSpPr>
          <p:nvPr>
            <p:ph type="pic" sz="quarter" idx="11"/>
          </p:nvPr>
        </p:nvSpPr>
        <p:spPr/>
        <p:txBody>
          <a:bodyPr/>
          <a:lstStyle/>
          <a:p>
            <a:endParaRPr lang="zh-TW" altLang="en-US"/>
          </a:p>
        </p:txBody>
      </p:sp>
      <p:sp>
        <p:nvSpPr>
          <p:cNvPr id="4" name="Picture Placeholder 3">
            <a:extLst>
              <a:ext uri="{FF2B5EF4-FFF2-40B4-BE49-F238E27FC236}">
                <a16:creationId xmlns:a16="http://schemas.microsoft.com/office/drawing/2014/main" id="{BAA5D1CF-E083-21E1-50AB-65A8C8C5A329}"/>
              </a:ext>
            </a:extLst>
          </p:cNvPr>
          <p:cNvSpPr>
            <a:spLocks noGrp="1"/>
          </p:cNvSpPr>
          <p:nvPr>
            <p:ph type="pic" sz="quarter" idx="10"/>
          </p:nvPr>
        </p:nvSpPr>
        <p:spPr/>
        <p:txBody>
          <a:bodyPr/>
          <a:lstStyle/>
          <a:p>
            <a:endParaRPr lang="zh-TW" altLang="en-US"/>
          </a:p>
        </p:txBody>
      </p:sp>
      <p:pic>
        <p:nvPicPr>
          <p:cNvPr id="3" name="Picture 2">
            <a:extLst>
              <a:ext uri="{FF2B5EF4-FFF2-40B4-BE49-F238E27FC236}">
                <a16:creationId xmlns:a16="http://schemas.microsoft.com/office/drawing/2014/main" id="{0FB625B9-49E9-E3C2-0181-A11613239D27}"/>
              </a:ext>
            </a:extLst>
          </p:cNvPr>
          <p:cNvPicPr>
            <a:picLocks noChangeAspect="1"/>
          </p:cNvPicPr>
          <p:nvPr/>
        </p:nvPicPr>
        <p:blipFill>
          <a:blip r:embed="rId2"/>
          <a:stretch>
            <a:fillRect/>
          </a:stretch>
        </p:blipFill>
        <p:spPr>
          <a:xfrm>
            <a:off x="851623" y="2745910"/>
            <a:ext cx="2450804" cy="5060119"/>
          </a:xfrm>
          <a:prstGeom prst="rect">
            <a:avLst/>
          </a:prstGeom>
        </p:spPr>
      </p:pic>
      <p:pic>
        <p:nvPicPr>
          <p:cNvPr id="5" name="Picture 4" descr="A cell phone on a black background&#10;&#10;Description automatically generated">
            <a:extLst>
              <a:ext uri="{FF2B5EF4-FFF2-40B4-BE49-F238E27FC236}">
                <a16:creationId xmlns:a16="http://schemas.microsoft.com/office/drawing/2014/main" id="{19BB43A4-42C8-0E5B-D996-E9B3BD5F66C3}"/>
              </a:ext>
            </a:extLst>
          </p:cNvPr>
          <p:cNvPicPr>
            <a:picLocks noChangeAspect="1"/>
          </p:cNvPicPr>
          <p:nvPr/>
        </p:nvPicPr>
        <p:blipFill>
          <a:blip r:embed="rId3" cstate="screen">
            <a:extLst>
              <a:ext uri="{28A0092B-C50C-407E-A947-70E740481C1C}">
                <a14:useLocalDpi xmlns:a14="http://schemas.microsoft.com/office/drawing/2010/main" val="0"/>
              </a:ext>
            </a:extLst>
          </a:blip>
          <a:srcRect l="35500" t="9778" r="35333" b="9778"/>
          <a:stretch>
            <a:fillRect/>
          </a:stretch>
        </p:blipFill>
        <p:spPr>
          <a:xfrm>
            <a:off x="3428302" y="1334346"/>
            <a:ext cx="2445978" cy="5059680"/>
          </a:xfrm>
          <a:custGeom>
            <a:avLst/>
            <a:gdLst>
              <a:gd name="connsiteX0" fmla="*/ 0 w 2667000"/>
              <a:gd name="connsiteY0" fmla="*/ 0 h 5516880"/>
              <a:gd name="connsiteX1" fmla="*/ 2667000 w 2667000"/>
              <a:gd name="connsiteY1" fmla="*/ 0 h 5516880"/>
              <a:gd name="connsiteX2" fmla="*/ 2667000 w 2667000"/>
              <a:gd name="connsiteY2" fmla="*/ 5516880 h 5516880"/>
              <a:gd name="connsiteX3" fmla="*/ 0 w 2667000"/>
              <a:gd name="connsiteY3" fmla="*/ 5516880 h 5516880"/>
            </a:gdLst>
            <a:ahLst/>
            <a:cxnLst>
              <a:cxn ang="0">
                <a:pos x="connsiteX0" y="connsiteY0"/>
              </a:cxn>
              <a:cxn ang="0">
                <a:pos x="connsiteX1" y="connsiteY1"/>
              </a:cxn>
              <a:cxn ang="0">
                <a:pos x="connsiteX2" y="connsiteY2"/>
              </a:cxn>
              <a:cxn ang="0">
                <a:pos x="connsiteX3" y="connsiteY3"/>
              </a:cxn>
            </a:cxnLst>
            <a:rect l="l" t="t" r="r" b="b"/>
            <a:pathLst>
              <a:path w="2667000" h="5516880">
                <a:moveTo>
                  <a:pt x="0" y="0"/>
                </a:moveTo>
                <a:lnTo>
                  <a:pt x="2667000" y="0"/>
                </a:lnTo>
                <a:lnTo>
                  <a:pt x="2667000" y="5516880"/>
                </a:lnTo>
                <a:lnTo>
                  <a:pt x="0" y="5516880"/>
                </a:lnTo>
                <a:close/>
              </a:path>
            </a:pathLst>
          </a:custGeom>
        </p:spPr>
      </p:pic>
      <p:sp>
        <p:nvSpPr>
          <p:cNvPr id="9" name="TextBox 8">
            <a:extLst>
              <a:ext uri="{FF2B5EF4-FFF2-40B4-BE49-F238E27FC236}">
                <a16:creationId xmlns:a16="http://schemas.microsoft.com/office/drawing/2014/main" id="{A6E13AD0-C106-5D0C-D90E-CE8FB3BDDE0A}"/>
              </a:ext>
            </a:extLst>
          </p:cNvPr>
          <p:cNvSpPr txBox="1"/>
          <p:nvPr/>
        </p:nvSpPr>
        <p:spPr>
          <a:xfrm>
            <a:off x="6885094" y="1865988"/>
            <a:ext cx="4504266"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Pink</a:t>
            </a:r>
            <a:r>
              <a:rPr lang="en-ID" sz="3600" b="1">
                <a:latin typeface="Poppins SemiBold" pitchFamily="2" charset="77"/>
                <a:cs typeface="Poppins SemiBold" pitchFamily="2" charset="77"/>
              </a:rPr>
              <a:t> Accessories  Elevate Any </a:t>
            </a:r>
            <a:r>
              <a:rPr lang="en-ID" sz="3600" b="1">
                <a:solidFill>
                  <a:schemeClr val="accent1"/>
                </a:solidFill>
                <a:latin typeface="Poppins SemiBold" pitchFamily="2" charset="77"/>
                <a:cs typeface="Poppins SemiBold" pitchFamily="2" charset="77"/>
              </a:rPr>
              <a:t>Outfit</a:t>
            </a:r>
            <a:endParaRPr lang="en-US" sz="3600" b="1">
              <a:solidFill>
                <a:schemeClr val="accent1"/>
              </a:solidFill>
              <a:latin typeface="Poppins SemiBold" pitchFamily="2" charset="77"/>
              <a:cs typeface="Poppins SemiBold" pitchFamily="2" charset="77"/>
            </a:endParaRPr>
          </a:p>
        </p:txBody>
      </p:sp>
      <p:cxnSp>
        <p:nvCxnSpPr>
          <p:cNvPr id="10" name="Straight Connector 9">
            <a:extLst>
              <a:ext uri="{FF2B5EF4-FFF2-40B4-BE49-F238E27FC236}">
                <a16:creationId xmlns:a16="http://schemas.microsoft.com/office/drawing/2014/main" id="{48CDA642-BF62-8DB7-2755-BE68F6B1F194}"/>
              </a:ext>
            </a:extLst>
          </p:cNvPr>
          <p:cNvCxnSpPr>
            <a:cxnSpLocks/>
          </p:cNvCxnSpPr>
          <p:nvPr/>
        </p:nvCxnSpPr>
        <p:spPr>
          <a:xfrm>
            <a:off x="7707539" y="5000471"/>
            <a:ext cx="2550040" cy="0"/>
          </a:xfrm>
          <a:prstGeom prst="line">
            <a:avLst/>
          </a:prstGeom>
          <a:ln w="63500" cap="rnd">
            <a:solidFill>
              <a:schemeClr val="bg2"/>
            </a:solidFill>
            <a:roun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77D0F02-A9CE-FD5A-E430-90F22228E525}"/>
              </a:ext>
            </a:extLst>
          </p:cNvPr>
          <p:cNvCxnSpPr>
            <a:cxnSpLocks/>
          </p:cNvCxnSpPr>
          <p:nvPr/>
        </p:nvCxnSpPr>
        <p:spPr>
          <a:xfrm>
            <a:off x="6966890" y="5000471"/>
            <a:ext cx="2550040" cy="0"/>
          </a:xfrm>
          <a:prstGeom prst="line">
            <a:avLst/>
          </a:prstGeom>
          <a:ln w="63500" cap="rnd">
            <a:roun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2B1B5B1-8804-4C88-48AE-46E964DD7BD9}"/>
              </a:ext>
            </a:extLst>
          </p:cNvPr>
          <p:cNvSpPr txBox="1"/>
          <p:nvPr/>
        </p:nvSpPr>
        <p:spPr>
          <a:xfrm>
            <a:off x="6845483" y="4589371"/>
            <a:ext cx="1273821" cy="523220"/>
          </a:xfrm>
          <a:prstGeom prst="rect">
            <a:avLst/>
          </a:prstGeom>
          <a:noFill/>
        </p:spPr>
        <p:txBody>
          <a:bodyPr wrap="square" rtlCol="0">
            <a:spAutoFit/>
          </a:bodyPr>
          <a:lstStyle/>
          <a:p>
            <a:r>
              <a:rPr lang="en-US" sz="1400" spc="200" dirty="0" err="1">
                <a:solidFill>
                  <a:schemeClr val="accent1"/>
                </a:solidFill>
                <a:latin typeface="Poppins Medium" pitchFamily="2" charset="77"/>
                <a:ea typeface="Roboto" panose="02000000000000000000" pitchFamily="2" charset="0"/>
                <a:cs typeface="Poppins Medium" pitchFamily="2" charset="77"/>
              </a:rPr>
              <a:t>Option 1</a:t>
            </a:r>
            <a:endParaRPr lang="en-US" sz="1400" spc="200" dirty="0">
              <a:solidFill>
                <a:schemeClr val="accent1"/>
              </a:solidFill>
              <a:latin typeface="Poppins Medium" pitchFamily="2" charset="77"/>
              <a:ea typeface="Roboto" panose="02000000000000000000" pitchFamily="2" charset="0"/>
              <a:cs typeface="Poppins Medium" pitchFamily="2" charset="77"/>
            </a:endParaRPr>
          </a:p>
          <a:p>
            <a:endParaRPr lang="en-US" sz="1400">
              <a:solidFill>
                <a:schemeClr val="accent1"/>
              </a:solidFill>
              <a:latin typeface="Poppins Medium" pitchFamily="2" charset="77"/>
              <a:cs typeface="Poppins Medium" pitchFamily="2" charset="77"/>
            </a:endParaRPr>
          </a:p>
        </p:txBody>
      </p:sp>
      <p:sp>
        <p:nvSpPr>
          <p:cNvPr id="13" name="TextBox 12">
            <a:extLst>
              <a:ext uri="{FF2B5EF4-FFF2-40B4-BE49-F238E27FC236}">
                <a16:creationId xmlns:a16="http://schemas.microsoft.com/office/drawing/2014/main" id="{E18FF4AD-4AFD-88C3-7F77-B5E260A52700}"/>
              </a:ext>
            </a:extLst>
          </p:cNvPr>
          <p:cNvSpPr txBox="1"/>
          <p:nvPr/>
        </p:nvSpPr>
        <p:spPr>
          <a:xfrm>
            <a:off x="9771902" y="4603160"/>
            <a:ext cx="609552" cy="461665"/>
          </a:xfrm>
          <a:prstGeom prst="rect">
            <a:avLst/>
          </a:prstGeom>
          <a:noFill/>
        </p:spPr>
        <p:txBody>
          <a:bodyPr wrap="square" rtlCol="0">
            <a:spAutoFit/>
          </a:bodyPr>
          <a:lstStyle/>
          <a:p>
            <a:r>
              <a:rPr lang="en-US" sz="1200" spc="200" dirty="0" err="1">
                <a:solidFill>
                  <a:schemeClr val="accent1"/>
                </a:solidFill>
                <a:latin typeface="Poppins Medium" pitchFamily="2" charset="77"/>
                <a:ea typeface="Roboto" panose="02000000000000000000" pitchFamily="2" charset="0"/>
                <a:cs typeface="Poppins Medium" pitchFamily="2" charset="77"/>
              </a:rPr>
              <a:t>85%</a:t>
            </a:r>
            <a:endParaRPr lang="en-US" sz="1200" spc="200" dirty="0">
              <a:solidFill>
                <a:schemeClr val="accent1"/>
              </a:solidFill>
              <a:latin typeface="Poppins Medium" pitchFamily="2" charset="77"/>
              <a:ea typeface="Roboto" panose="02000000000000000000" pitchFamily="2" charset="0"/>
              <a:cs typeface="Poppins Medium" pitchFamily="2" charset="77"/>
            </a:endParaRPr>
          </a:p>
          <a:p>
            <a:endParaRPr lang="en-US" sz="1200">
              <a:solidFill>
                <a:schemeClr val="accent1"/>
              </a:solidFill>
              <a:latin typeface="Poppins Medium" pitchFamily="2" charset="77"/>
              <a:cs typeface="Poppins Medium" pitchFamily="2" charset="77"/>
            </a:endParaRPr>
          </a:p>
        </p:txBody>
      </p:sp>
      <p:cxnSp>
        <p:nvCxnSpPr>
          <p:cNvPr id="14" name="Straight Connector 13">
            <a:extLst>
              <a:ext uri="{FF2B5EF4-FFF2-40B4-BE49-F238E27FC236}">
                <a16:creationId xmlns:a16="http://schemas.microsoft.com/office/drawing/2014/main" id="{AAE4DED9-BC4D-BE8F-1522-87344757CD7C}"/>
              </a:ext>
            </a:extLst>
          </p:cNvPr>
          <p:cNvCxnSpPr>
            <a:cxnSpLocks/>
          </p:cNvCxnSpPr>
          <p:nvPr/>
        </p:nvCxnSpPr>
        <p:spPr>
          <a:xfrm>
            <a:off x="7695758" y="5623927"/>
            <a:ext cx="2550040" cy="0"/>
          </a:xfrm>
          <a:prstGeom prst="line">
            <a:avLst/>
          </a:prstGeom>
          <a:ln w="63500" cap="rnd">
            <a:solidFill>
              <a:schemeClr val="bg2"/>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69E827-3A7F-6C09-5FAF-2033DFB195D2}"/>
              </a:ext>
            </a:extLst>
          </p:cNvPr>
          <p:cNvCxnSpPr>
            <a:cxnSpLocks/>
          </p:cNvCxnSpPr>
          <p:nvPr/>
        </p:nvCxnSpPr>
        <p:spPr>
          <a:xfrm>
            <a:off x="6955109" y="5623927"/>
            <a:ext cx="1672359" cy="0"/>
          </a:xfrm>
          <a:prstGeom prst="line">
            <a:avLst/>
          </a:prstGeom>
          <a:ln w="63500" cap="rnd">
            <a:roun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B80E771-DCD2-7208-6B40-85B06AC1ACD2}"/>
              </a:ext>
            </a:extLst>
          </p:cNvPr>
          <p:cNvSpPr txBox="1"/>
          <p:nvPr/>
        </p:nvSpPr>
        <p:spPr>
          <a:xfrm>
            <a:off x="6833702" y="5212827"/>
            <a:ext cx="1273821" cy="523220"/>
          </a:xfrm>
          <a:prstGeom prst="rect">
            <a:avLst/>
          </a:prstGeom>
          <a:noFill/>
        </p:spPr>
        <p:txBody>
          <a:bodyPr wrap="square" rtlCol="0">
            <a:spAutoFit/>
          </a:bodyPr>
          <a:lstStyle/>
          <a:p>
            <a:r>
              <a:rPr lang="en-US" sz="1400" spc="200" dirty="0" err="1">
                <a:solidFill>
                  <a:schemeClr val="accent1"/>
                </a:solidFill>
                <a:latin typeface="Poppins Medium" pitchFamily="2" charset="77"/>
                <a:ea typeface="Roboto" panose="02000000000000000000" pitchFamily="2" charset="0"/>
                <a:cs typeface="Poppins Medium" pitchFamily="2" charset="77"/>
              </a:rPr>
              <a:t>Option 2</a:t>
            </a:r>
            <a:endParaRPr lang="en-US" sz="1400" spc="200" dirty="0">
              <a:solidFill>
                <a:schemeClr val="accent1"/>
              </a:solidFill>
              <a:latin typeface="Poppins Medium" pitchFamily="2" charset="77"/>
              <a:ea typeface="Roboto" panose="02000000000000000000" pitchFamily="2" charset="0"/>
              <a:cs typeface="Poppins Medium" pitchFamily="2" charset="77"/>
            </a:endParaRPr>
          </a:p>
          <a:p>
            <a:endParaRPr lang="en-US" sz="1400">
              <a:solidFill>
                <a:schemeClr val="accent1"/>
              </a:solidFill>
              <a:latin typeface="Poppins Medium" pitchFamily="2" charset="77"/>
              <a:cs typeface="Poppins Medium" pitchFamily="2" charset="77"/>
            </a:endParaRPr>
          </a:p>
        </p:txBody>
      </p:sp>
      <p:sp>
        <p:nvSpPr>
          <p:cNvPr id="17" name="TextBox 16">
            <a:extLst>
              <a:ext uri="{FF2B5EF4-FFF2-40B4-BE49-F238E27FC236}">
                <a16:creationId xmlns:a16="http://schemas.microsoft.com/office/drawing/2014/main" id="{3D5287B0-B465-0B63-FF36-6BD00290DE5C}"/>
              </a:ext>
            </a:extLst>
          </p:cNvPr>
          <p:cNvSpPr txBox="1"/>
          <p:nvPr/>
        </p:nvSpPr>
        <p:spPr>
          <a:xfrm>
            <a:off x="9760121" y="5226616"/>
            <a:ext cx="609552" cy="461665"/>
          </a:xfrm>
          <a:prstGeom prst="rect">
            <a:avLst/>
          </a:prstGeom>
          <a:noFill/>
        </p:spPr>
        <p:txBody>
          <a:bodyPr wrap="square" rtlCol="0">
            <a:spAutoFit/>
          </a:bodyPr>
          <a:lstStyle/>
          <a:p>
            <a:r>
              <a:rPr lang="en-US" sz="1200" spc="200" dirty="0" err="1">
                <a:solidFill>
                  <a:schemeClr val="accent1"/>
                </a:solidFill>
                <a:latin typeface="Poppins Medium" pitchFamily="2" charset="77"/>
                <a:ea typeface="Roboto" panose="02000000000000000000" pitchFamily="2" charset="0"/>
                <a:cs typeface="Poppins Medium" pitchFamily="2" charset="77"/>
              </a:rPr>
              <a:t>43%</a:t>
            </a:r>
            <a:endParaRPr lang="en-US" sz="1200" spc="200" dirty="0">
              <a:solidFill>
                <a:schemeClr val="accent1"/>
              </a:solidFill>
              <a:latin typeface="Poppins Medium" pitchFamily="2" charset="77"/>
              <a:ea typeface="Roboto" panose="02000000000000000000" pitchFamily="2" charset="0"/>
              <a:cs typeface="Poppins Medium" pitchFamily="2" charset="77"/>
            </a:endParaRPr>
          </a:p>
          <a:p>
            <a:endParaRPr lang="en-US" sz="1200">
              <a:solidFill>
                <a:schemeClr val="accent1"/>
              </a:solidFill>
              <a:latin typeface="Poppins Medium" pitchFamily="2" charset="77"/>
              <a:cs typeface="Poppins Medium" pitchFamily="2" charset="77"/>
            </a:endParaRPr>
          </a:p>
        </p:txBody>
      </p:sp>
      <p:sp>
        <p:nvSpPr>
          <p:cNvPr id="18" name="TextBox 17">
            <a:extLst>
              <a:ext uri="{FF2B5EF4-FFF2-40B4-BE49-F238E27FC236}">
                <a16:creationId xmlns:a16="http://schemas.microsoft.com/office/drawing/2014/main" id="{32308FE3-C8C7-DCB4-E35A-2454A5223AA1}"/>
              </a:ext>
            </a:extLst>
          </p:cNvPr>
          <p:cNvSpPr txBox="1"/>
          <p:nvPr/>
        </p:nvSpPr>
        <p:spPr>
          <a:xfrm>
            <a:off x="6885094" y="3146011"/>
            <a:ext cx="4668643" cy="1169551"/>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 laboris nisi ut aliquip ex ea commodo consequat. lorem ipsum dolor sit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595037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0F09-A500-B493-2DB2-C251FF1BE93A}"/>
            </a:ext>
          </a:extLst>
        </p:cNvPr>
        <p:cNvGrpSpPr/>
        <p:nvPr/>
      </p:nvGrpSpPr>
      <p:grpSpPr>
        <a:xfrm>
          <a:off x="0" y="0"/>
          <a:ext cx="0" cy="0"/>
          <a:chOff x="0" y="0"/>
          <a:chExt cx="0" cy="0"/>
        </a:xfrm>
      </p:grpSpPr>
      <p:sp>
        <p:nvSpPr>
          <p:cNvPr id="7" name="Freeform 6">
            <a:extLst>
              <a:ext uri="{FF2B5EF4-FFF2-40B4-BE49-F238E27FC236}">
                <a16:creationId xmlns:a16="http://schemas.microsoft.com/office/drawing/2014/main" id="{FEA0B3A7-0B6B-044C-1F8D-66B05875F73F}"/>
              </a:ext>
            </a:extLst>
          </p:cNvPr>
          <p:cNvSpPr/>
          <p:nvPr/>
        </p:nvSpPr>
        <p:spPr>
          <a:xfrm flipH="1">
            <a:off x="6654800" y="1320800"/>
            <a:ext cx="5537200" cy="5537200"/>
          </a:xfrm>
          <a:custGeom>
            <a:avLst/>
            <a:gdLst>
              <a:gd name="connsiteX0" fmla="*/ 0 w 4203141"/>
              <a:gd name="connsiteY0" fmla="*/ 600 h 4203141"/>
              <a:gd name="connsiteX1" fmla="*/ 1345489 w 4203141"/>
              <a:gd name="connsiteY1" fmla="*/ 956605 h 4203141"/>
              <a:gd name="connsiteX2" fmla="*/ 2972511 w 4203141"/>
              <a:gd name="connsiteY2" fmla="*/ 1231230 h 4203141"/>
              <a:gd name="connsiteX3" fmla="*/ 3518306 w 4203141"/>
              <a:gd name="connsiteY3" fmla="*/ 2745985 h 4203141"/>
              <a:gd name="connsiteX4" fmla="*/ 4203142 w 4203141"/>
              <a:gd name="connsiteY4" fmla="*/ 4203742 h 4203141"/>
              <a:gd name="connsiteX5" fmla="*/ 0 w 4203141"/>
              <a:gd name="connsiteY5" fmla="*/ 4203742 h 420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3141" h="4203141">
                <a:moveTo>
                  <a:pt x="0" y="600"/>
                </a:moveTo>
                <a:cubicBezTo>
                  <a:pt x="396392" y="409947"/>
                  <a:pt x="792785" y="819293"/>
                  <a:pt x="1345489" y="956605"/>
                </a:cubicBezTo>
                <a:cubicBezTo>
                  <a:pt x="1897329" y="1093918"/>
                  <a:pt x="2603754" y="959196"/>
                  <a:pt x="2972511" y="1231230"/>
                </a:cubicBezTo>
                <a:cubicBezTo>
                  <a:pt x="3340405" y="1503264"/>
                  <a:pt x="3369767" y="2182917"/>
                  <a:pt x="3518306" y="2745985"/>
                </a:cubicBezTo>
                <a:cubicBezTo>
                  <a:pt x="3667709" y="3309915"/>
                  <a:pt x="3935425" y="3756397"/>
                  <a:pt x="4203142" y="4203742"/>
                </a:cubicBezTo>
                <a:lnTo>
                  <a:pt x="0" y="4203742"/>
                </a:lnTo>
                <a:close/>
              </a:path>
            </a:pathLst>
          </a:custGeom>
          <a:solidFill>
            <a:schemeClr val="accent1"/>
          </a:solidFill>
          <a:ln w="8636" cap="flat">
            <a:noFill/>
            <a:prstDash val="solid"/>
            <a:miter/>
          </a:ln>
        </p:spPr>
        <p:txBody>
          <a:bodyPr rtlCol="0" anchor="ctr"/>
          <a:lstStyle/>
          <a:p>
            <a:endParaRPr lang="en-US"/>
          </a:p>
        </p:txBody>
      </p:sp>
      <p:sp>
        <p:nvSpPr>
          <p:cNvPr id="2" name="Picture Placeholder 1">
            <a:extLst>
              <a:ext uri="{FF2B5EF4-FFF2-40B4-BE49-F238E27FC236}">
                <a16:creationId xmlns:a16="http://schemas.microsoft.com/office/drawing/2014/main" id="{7799955E-11C6-A008-2F77-DC8174883D55}"/>
              </a:ext>
            </a:extLst>
          </p:cNvPr>
          <p:cNvSpPr>
            <a:spLocks noGrp="1"/>
          </p:cNvSpPr>
          <p:nvPr>
            <p:ph type="pic" sz="quarter" idx="10"/>
          </p:nvPr>
        </p:nvSpPr>
        <p:spPr/>
        <p:txBody>
          <a:bodyPr/>
          <a:lstStyle/>
          <a:p>
            <a:endParaRPr lang="zh-TW" altLang="en-US"/>
          </a:p>
        </p:txBody>
      </p:sp>
      <p:pic>
        <p:nvPicPr>
          <p:cNvPr id="24" name="Picture 23">
            <a:extLst>
              <a:ext uri="{FF2B5EF4-FFF2-40B4-BE49-F238E27FC236}">
                <a16:creationId xmlns:a16="http://schemas.microsoft.com/office/drawing/2014/main" id="{CBCE175B-EB70-CBAF-B32C-DB3451369704}"/>
              </a:ext>
            </a:extLst>
          </p:cNvPr>
          <p:cNvPicPr>
            <a:picLocks noChangeAspect="1"/>
          </p:cNvPicPr>
          <p:nvPr/>
        </p:nvPicPr>
        <p:blipFill rotWithShape="1">
          <a:blip r:embed="rId3">
            <a:extLst>
              <a:ext uri="{28A0092B-C50C-407E-A947-70E740481C1C}">
                <a14:useLocalDpi xmlns:a14="http://schemas.microsoft.com/office/drawing/2010/main" val="0"/>
              </a:ext>
            </a:extLst>
          </a:blip>
          <a:srcRect r="3807"/>
          <a:stretch/>
        </p:blipFill>
        <p:spPr>
          <a:xfrm>
            <a:off x="4114802" y="1008101"/>
            <a:ext cx="8540403" cy="5918909"/>
          </a:xfrm>
          <a:prstGeom prst="rect">
            <a:avLst/>
          </a:prstGeom>
        </p:spPr>
      </p:pic>
      <p:sp>
        <p:nvSpPr>
          <p:cNvPr id="26" name="TextBox 25">
            <a:extLst>
              <a:ext uri="{FF2B5EF4-FFF2-40B4-BE49-F238E27FC236}">
                <a16:creationId xmlns:a16="http://schemas.microsoft.com/office/drawing/2014/main" id="{984A527E-E3E2-015F-807D-D8E388106E55}"/>
              </a:ext>
            </a:extLst>
          </p:cNvPr>
          <p:cNvSpPr txBox="1"/>
          <p:nvPr/>
        </p:nvSpPr>
        <p:spPr>
          <a:xfrm>
            <a:off x="955309" y="1838865"/>
            <a:ext cx="5157624" cy="1200329"/>
          </a:xfrm>
          <a:prstGeom prst="rect">
            <a:avLst/>
          </a:prstGeom>
          <a:noFill/>
        </p:spPr>
        <p:txBody>
          <a:bodyPr wrap="square">
            <a:spAutoFit/>
          </a:bodyPr>
          <a:lstStyle/>
          <a:p>
            <a:r>
              <a:rPr lang="en-ID" sz="3600" b="1">
                <a:solidFill>
                  <a:schemeClr val="accent1"/>
                </a:solidFill>
                <a:latin typeface="Poppins SemiBold" pitchFamily="2" charset="77"/>
                <a:cs typeface="Poppins SemiBold" pitchFamily="2" charset="77"/>
              </a:rPr>
              <a:t>The</a:t>
            </a:r>
            <a:r>
              <a:rPr lang="en-ID" sz="3600" b="1">
                <a:latin typeface="Poppins SemiBold" pitchFamily="2" charset="77"/>
                <a:cs typeface="Poppins SemiBold" pitchFamily="2" charset="77"/>
              </a:rPr>
              <a:t> Role of Fabric in Creating Perfect </a:t>
            </a:r>
            <a:r>
              <a:rPr lang="en-ID" sz="3600" b="1">
                <a:solidFill>
                  <a:schemeClr val="accent1"/>
                </a:solidFill>
                <a:latin typeface="Poppins SemiBold" pitchFamily="2" charset="77"/>
                <a:cs typeface="Poppins SemiBold" pitchFamily="2" charset="77"/>
              </a:rPr>
              <a:t>Pink</a:t>
            </a:r>
            <a:endParaRPr lang="en-US" sz="3600" b="1">
              <a:solidFill>
                <a:schemeClr val="accent1"/>
              </a:solidFill>
              <a:latin typeface="Poppins SemiBold" pitchFamily="2" charset="77"/>
              <a:cs typeface="Poppins SemiBold" pitchFamily="2" charset="77"/>
            </a:endParaRPr>
          </a:p>
        </p:txBody>
      </p:sp>
      <p:sp>
        <p:nvSpPr>
          <p:cNvPr id="27" name="Rounded Rectangle 26">
            <a:extLst>
              <a:ext uri="{FF2B5EF4-FFF2-40B4-BE49-F238E27FC236}">
                <a16:creationId xmlns:a16="http://schemas.microsoft.com/office/drawing/2014/main" id="{D4836DA2-83FB-9DDF-30E2-1E243E948A1A}"/>
              </a:ext>
            </a:extLst>
          </p:cNvPr>
          <p:cNvSpPr/>
          <p:nvPr/>
        </p:nvSpPr>
        <p:spPr>
          <a:xfrm>
            <a:off x="1066801" y="4423007"/>
            <a:ext cx="1408989" cy="1048044"/>
          </a:xfrm>
          <a:prstGeom prst="roundRect">
            <a:avLst>
              <a:gd name="adj" fmla="val 8308"/>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AD83182E-574F-1508-4DC0-039BA4871ECA}"/>
              </a:ext>
            </a:extLst>
          </p:cNvPr>
          <p:cNvSpPr/>
          <p:nvPr/>
        </p:nvSpPr>
        <p:spPr>
          <a:xfrm>
            <a:off x="2750064" y="4406074"/>
            <a:ext cx="4109952" cy="1048044"/>
          </a:xfrm>
          <a:prstGeom prst="roundRect">
            <a:avLst>
              <a:gd name="adj" fmla="val 8308"/>
            </a:avLst>
          </a:prstGeom>
          <a:solidFill>
            <a:schemeClr val="bg1"/>
          </a:solidFill>
          <a:ln>
            <a:noFill/>
          </a:ln>
          <a:effectLst>
            <a:outerShdw blurRad="254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88F6851-1EC6-1C79-7B81-CC8F881842FF}"/>
              </a:ext>
            </a:extLst>
          </p:cNvPr>
          <p:cNvSpPr txBox="1"/>
          <p:nvPr/>
        </p:nvSpPr>
        <p:spPr>
          <a:xfrm>
            <a:off x="975207" y="3058963"/>
            <a:ext cx="5137726" cy="892552"/>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de veniam, quis nostrud exercitation ullamco laboris nisi ut aliquip ex ea ut</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4DC1FCC8-93FA-CEC0-35D4-B7FE700573F4}"/>
              </a:ext>
            </a:extLst>
          </p:cNvPr>
          <p:cNvSpPr txBox="1"/>
          <p:nvPr/>
        </p:nvSpPr>
        <p:spPr>
          <a:xfrm>
            <a:off x="1233074" y="5063677"/>
            <a:ext cx="1064714" cy="261610"/>
          </a:xfrm>
          <a:prstGeom prst="rect">
            <a:avLst/>
          </a:prstGeom>
          <a:noFill/>
        </p:spPr>
        <p:txBody>
          <a:bodyPr wrap="none" rtlCol="0">
            <a:spAutoFit/>
          </a:bodyPr>
          <a:lstStyle/>
          <a:p>
            <a:pPr algn="ctr"/>
            <a:r>
              <a:rPr lang="en-US" sz="1100">
                <a:solidFill>
                  <a:schemeClr val="accent1"/>
                </a:solidFill>
                <a:latin typeface="Poppins Medium" pitchFamily="2" charset="77"/>
                <a:cs typeface="Poppins Medium" pitchFamily="2" charset="77"/>
              </a:rPr>
              <a:t>Fashion Pink</a:t>
            </a:r>
          </a:p>
        </p:txBody>
      </p:sp>
      <p:sp>
        <p:nvSpPr>
          <p:cNvPr id="33" name="Freeform 32">
            <a:extLst>
              <a:ext uri="{FF2B5EF4-FFF2-40B4-BE49-F238E27FC236}">
                <a16:creationId xmlns:a16="http://schemas.microsoft.com/office/drawing/2014/main" id="{6A6B882A-EAE8-0470-AA1C-6C6516D96F71}"/>
              </a:ext>
            </a:extLst>
          </p:cNvPr>
          <p:cNvSpPr/>
          <p:nvPr/>
        </p:nvSpPr>
        <p:spPr>
          <a:xfrm>
            <a:off x="1603064" y="4632499"/>
            <a:ext cx="313659" cy="333139"/>
          </a:xfrm>
          <a:custGeom>
            <a:avLst/>
            <a:gdLst>
              <a:gd name="connsiteX0" fmla="*/ 115257 w 220442"/>
              <a:gd name="connsiteY0" fmla="*/ 36905 h 234132"/>
              <a:gd name="connsiteX1" fmla="*/ 146573 w 220442"/>
              <a:gd name="connsiteY1" fmla="*/ 67260 h 234132"/>
              <a:gd name="connsiteX2" fmla="*/ 84825 w 220442"/>
              <a:gd name="connsiteY2" fmla="*/ 68211 h 234132"/>
              <a:gd name="connsiteX3" fmla="*/ 115257 w 220442"/>
              <a:gd name="connsiteY3" fmla="*/ 36905 h 234132"/>
              <a:gd name="connsiteX4" fmla="*/ 115257 w 220442"/>
              <a:gd name="connsiteY4" fmla="*/ 36905 h 234132"/>
              <a:gd name="connsiteX5" fmla="*/ 190969 w 220442"/>
              <a:gd name="connsiteY5" fmla="*/ 57119 h 234132"/>
              <a:gd name="connsiteX6" fmla="*/ 195521 w 220442"/>
              <a:gd name="connsiteY6" fmla="*/ 57119 h 234132"/>
              <a:gd name="connsiteX7" fmla="*/ 215813 w 220442"/>
              <a:gd name="connsiteY7" fmla="*/ 66385 h 234132"/>
              <a:gd name="connsiteX8" fmla="*/ 195521 w 220442"/>
              <a:gd name="connsiteY8" fmla="*/ 67260 h 234132"/>
              <a:gd name="connsiteX9" fmla="*/ 190969 w 220442"/>
              <a:gd name="connsiteY9" fmla="*/ 57119 h 234132"/>
              <a:gd name="connsiteX10" fmla="*/ 61748 w 220442"/>
              <a:gd name="connsiteY10" fmla="*/ 69172 h 234132"/>
              <a:gd name="connsiteX11" fmla="*/ 41465 w 220442"/>
              <a:gd name="connsiteY11" fmla="*/ 31384 h 234132"/>
              <a:gd name="connsiteX12" fmla="*/ 40574 w 220442"/>
              <a:gd name="connsiteY12" fmla="*/ 30432 h 234132"/>
              <a:gd name="connsiteX13" fmla="*/ 41465 w 220442"/>
              <a:gd name="connsiteY13" fmla="*/ 30432 h 234132"/>
              <a:gd name="connsiteX14" fmla="*/ 39622 w 220442"/>
              <a:gd name="connsiteY14" fmla="*/ 23009 h 234132"/>
              <a:gd name="connsiteX15" fmla="*/ 41465 w 220442"/>
              <a:gd name="connsiteY15" fmla="*/ 14779 h 234132"/>
              <a:gd name="connsiteX16" fmla="*/ 46017 w 220442"/>
              <a:gd name="connsiteY16" fmla="*/ 7424 h 234132"/>
              <a:gd name="connsiteX17" fmla="*/ 52481 w 220442"/>
              <a:gd name="connsiteY17" fmla="*/ 2717 h 234132"/>
              <a:gd name="connsiteX18" fmla="*/ 60873 w 220442"/>
              <a:gd name="connsiteY18" fmla="*/ 0 h 234132"/>
              <a:gd name="connsiteX19" fmla="*/ 70054 w 220442"/>
              <a:gd name="connsiteY19" fmla="*/ 952 h 234132"/>
              <a:gd name="connsiteX20" fmla="*/ 70054 w 220442"/>
              <a:gd name="connsiteY20" fmla="*/ 952 h 234132"/>
              <a:gd name="connsiteX21" fmla="*/ 78361 w 220442"/>
              <a:gd name="connsiteY21" fmla="*/ 5512 h 234132"/>
              <a:gd name="connsiteX22" fmla="*/ 83882 w 220442"/>
              <a:gd name="connsiteY22" fmla="*/ 11976 h 234132"/>
              <a:gd name="connsiteX23" fmla="*/ 85717 w 220442"/>
              <a:gd name="connsiteY23" fmla="*/ 14770 h 234132"/>
              <a:gd name="connsiteX24" fmla="*/ 86677 w 220442"/>
              <a:gd name="connsiteY24" fmla="*/ 17565 h 234132"/>
              <a:gd name="connsiteX25" fmla="*/ 86677 w 220442"/>
              <a:gd name="connsiteY25" fmla="*/ 21243 h 234132"/>
              <a:gd name="connsiteX26" fmla="*/ 86677 w 220442"/>
              <a:gd name="connsiteY26" fmla="*/ 24037 h 234132"/>
              <a:gd name="connsiteX27" fmla="*/ 86677 w 220442"/>
              <a:gd name="connsiteY27" fmla="*/ 25803 h 234132"/>
              <a:gd name="connsiteX28" fmla="*/ 86677 w 220442"/>
              <a:gd name="connsiteY28" fmla="*/ 25803 h 234132"/>
              <a:gd name="connsiteX29" fmla="*/ 85717 w 220442"/>
              <a:gd name="connsiteY29" fmla="*/ 26755 h 234132"/>
              <a:gd name="connsiteX30" fmla="*/ 80213 w 220442"/>
              <a:gd name="connsiteY30" fmla="*/ 29472 h 234132"/>
              <a:gd name="connsiteX31" fmla="*/ 79330 w 220442"/>
              <a:gd name="connsiteY31" fmla="*/ 29472 h 234132"/>
              <a:gd name="connsiteX32" fmla="*/ 79330 w 220442"/>
              <a:gd name="connsiteY32" fmla="*/ 29472 h 234132"/>
              <a:gd name="connsiteX33" fmla="*/ 79330 w 220442"/>
              <a:gd name="connsiteY33" fmla="*/ 29472 h 234132"/>
              <a:gd name="connsiteX34" fmla="*/ 77410 w 220442"/>
              <a:gd name="connsiteY34" fmla="*/ 29472 h 234132"/>
              <a:gd name="connsiteX35" fmla="*/ 76527 w 220442"/>
              <a:gd name="connsiteY35" fmla="*/ 28589 h 234132"/>
              <a:gd name="connsiteX36" fmla="*/ 75575 w 220442"/>
              <a:gd name="connsiteY36" fmla="*/ 26755 h 234132"/>
              <a:gd name="connsiteX37" fmla="*/ 75575 w 220442"/>
              <a:gd name="connsiteY37" fmla="*/ 26755 h 234132"/>
              <a:gd name="connsiteX38" fmla="*/ 76527 w 220442"/>
              <a:gd name="connsiteY38" fmla="*/ 24037 h 234132"/>
              <a:gd name="connsiteX39" fmla="*/ 75575 w 220442"/>
              <a:gd name="connsiteY39" fmla="*/ 22126 h 234132"/>
              <a:gd name="connsiteX40" fmla="*/ 75575 w 220442"/>
              <a:gd name="connsiteY40" fmla="*/ 19408 h 234132"/>
              <a:gd name="connsiteX41" fmla="*/ 74684 w 220442"/>
              <a:gd name="connsiteY41" fmla="*/ 17574 h 234132"/>
              <a:gd name="connsiteX42" fmla="*/ 71889 w 220442"/>
              <a:gd name="connsiteY42" fmla="*/ 12936 h 234132"/>
              <a:gd name="connsiteX43" fmla="*/ 71889 w 220442"/>
              <a:gd name="connsiteY43" fmla="*/ 12936 h 234132"/>
              <a:gd name="connsiteX44" fmla="*/ 67268 w 220442"/>
              <a:gd name="connsiteY44" fmla="*/ 11101 h 234132"/>
              <a:gd name="connsiteX45" fmla="*/ 67268 w 220442"/>
              <a:gd name="connsiteY45" fmla="*/ 11101 h 234132"/>
              <a:gd name="connsiteX46" fmla="*/ 61748 w 220442"/>
              <a:gd name="connsiteY46" fmla="*/ 11101 h 234132"/>
              <a:gd name="connsiteX47" fmla="*/ 57119 w 220442"/>
              <a:gd name="connsiteY47" fmla="*/ 11976 h 234132"/>
              <a:gd name="connsiteX48" fmla="*/ 54401 w 220442"/>
              <a:gd name="connsiteY48" fmla="*/ 14770 h 234132"/>
              <a:gd name="connsiteX49" fmla="*/ 51607 w 220442"/>
              <a:gd name="connsiteY49" fmla="*/ 18448 h 234132"/>
              <a:gd name="connsiteX50" fmla="*/ 50723 w 220442"/>
              <a:gd name="connsiteY50" fmla="*/ 22126 h 234132"/>
              <a:gd name="connsiteX51" fmla="*/ 50723 w 220442"/>
              <a:gd name="connsiteY51" fmla="*/ 26755 h 234132"/>
              <a:gd name="connsiteX52" fmla="*/ 73732 w 220442"/>
              <a:gd name="connsiteY52" fmla="*/ 69172 h 234132"/>
              <a:gd name="connsiteX53" fmla="*/ 61748 w 220442"/>
              <a:gd name="connsiteY53" fmla="*/ 69172 h 234132"/>
              <a:gd name="connsiteX54" fmla="*/ 183546 w 220442"/>
              <a:gd name="connsiteY54" fmla="*/ 35062 h 234132"/>
              <a:gd name="connsiteX55" fmla="*/ 183546 w 220442"/>
              <a:gd name="connsiteY55" fmla="*/ 64465 h 234132"/>
              <a:gd name="connsiteX56" fmla="*/ 183546 w 220442"/>
              <a:gd name="connsiteY56" fmla="*/ 65494 h 234132"/>
              <a:gd name="connsiteX57" fmla="*/ 183546 w 220442"/>
              <a:gd name="connsiteY57" fmla="*/ 67260 h 234132"/>
              <a:gd name="connsiteX58" fmla="*/ 158634 w 220442"/>
              <a:gd name="connsiteY58" fmla="*/ 67260 h 234132"/>
              <a:gd name="connsiteX59" fmla="*/ 159586 w 220442"/>
              <a:gd name="connsiteY59" fmla="*/ 66385 h 234132"/>
              <a:gd name="connsiteX60" fmla="*/ 158634 w 220442"/>
              <a:gd name="connsiteY60" fmla="*/ 65494 h 234132"/>
              <a:gd name="connsiteX61" fmla="*/ 157674 w 220442"/>
              <a:gd name="connsiteY61" fmla="*/ 35062 h 234132"/>
              <a:gd name="connsiteX62" fmla="*/ 170619 w 220442"/>
              <a:gd name="connsiteY62" fmla="*/ 43300 h 234132"/>
              <a:gd name="connsiteX63" fmla="*/ 183546 w 220442"/>
              <a:gd name="connsiteY63" fmla="*/ 35062 h 234132"/>
              <a:gd name="connsiteX64" fmla="*/ 183546 w 220442"/>
              <a:gd name="connsiteY64" fmla="*/ 35062 h 234132"/>
              <a:gd name="connsiteX65" fmla="*/ 24843 w 220442"/>
              <a:gd name="connsiteY65" fmla="*/ 59030 h 234132"/>
              <a:gd name="connsiteX66" fmla="*/ 51598 w 220442"/>
              <a:gd name="connsiteY66" fmla="*/ 59913 h 234132"/>
              <a:gd name="connsiteX67" fmla="*/ 56159 w 220442"/>
              <a:gd name="connsiteY67" fmla="*/ 70063 h 234132"/>
              <a:gd name="connsiteX68" fmla="*/ 38731 w 220442"/>
              <a:gd name="connsiteY68" fmla="*/ 70063 h 234132"/>
              <a:gd name="connsiteX69" fmla="*/ 24843 w 220442"/>
              <a:gd name="connsiteY69" fmla="*/ 59030 h 234132"/>
              <a:gd name="connsiteX70" fmla="*/ 19323 w 220442"/>
              <a:gd name="connsiteY70" fmla="*/ 60865 h 234132"/>
              <a:gd name="connsiteX71" fmla="*/ 34110 w 220442"/>
              <a:gd name="connsiteY71" fmla="*/ 72849 h 234132"/>
              <a:gd name="connsiteX72" fmla="*/ 37710 w 220442"/>
              <a:gd name="connsiteY72" fmla="*/ 231329 h 234132"/>
              <a:gd name="connsiteX73" fmla="*/ 0 w 220442"/>
              <a:gd name="connsiteY73" fmla="*/ 202740 h 234132"/>
              <a:gd name="connsiteX74" fmla="*/ 19323 w 220442"/>
              <a:gd name="connsiteY74" fmla="*/ 60865 h 234132"/>
              <a:gd name="connsiteX75" fmla="*/ 41457 w 220442"/>
              <a:gd name="connsiteY75" fmla="*/ 74615 h 234132"/>
              <a:gd name="connsiteX76" fmla="*/ 217647 w 220442"/>
              <a:gd name="connsiteY76" fmla="*/ 71898 h 234132"/>
              <a:gd name="connsiteX77" fmla="*/ 220442 w 220442"/>
              <a:gd name="connsiteY77" fmla="*/ 231338 h 234132"/>
              <a:gd name="connsiteX78" fmla="*/ 44243 w 220442"/>
              <a:gd name="connsiteY78" fmla="*/ 234132 h 234132"/>
              <a:gd name="connsiteX79" fmla="*/ 41457 w 220442"/>
              <a:gd name="connsiteY79" fmla="*/ 74615 h 234132"/>
              <a:gd name="connsiteX80" fmla="*/ 82913 w 220442"/>
              <a:gd name="connsiteY80" fmla="*/ 102321 h 234132"/>
              <a:gd name="connsiteX81" fmla="*/ 92172 w 220442"/>
              <a:gd name="connsiteY81" fmla="*/ 101370 h 234132"/>
              <a:gd name="connsiteX82" fmla="*/ 168767 w 220442"/>
              <a:gd name="connsiteY82" fmla="*/ 100495 h 234132"/>
              <a:gd name="connsiteX83" fmla="*/ 177957 w 220442"/>
              <a:gd name="connsiteY83" fmla="*/ 100495 h 234132"/>
              <a:gd name="connsiteX84" fmla="*/ 82913 w 220442"/>
              <a:gd name="connsiteY84" fmla="*/ 102321 h 234132"/>
              <a:gd name="connsiteX85" fmla="*/ 82913 w 220442"/>
              <a:gd name="connsiteY85" fmla="*/ 102321 h 23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220442" h="234132">
                <a:moveTo>
                  <a:pt x="115257" y="36905"/>
                </a:moveTo>
                <a:cubicBezTo>
                  <a:pt x="132754" y="36905"/>
                  <a:pt x="146573" y="50723"/>
                  <a:pt x="146573" y="67260"/>
                </a:cubicBezTo>
                <a:lnTo>
                  <a:pt x="84825" y="68211"/>
                </a:lnTo>
                <a:cubicBezTo>
                  <a:pt x="83873" y="51684"/>
                  <a:pt x="97684" y="36905"/>
                  <a:pt x="115257" y="36905"/>
                </a:cubicBezTo>
                <a:lnTo>
                  <a:pt x="115257" y="36905"/>
                </a:lnTo>
                <a:close/>
                <a:moveTo>
                  <a:pt x="190969" y="57119"/>
                </a:moveTo>
                <a:lnTo>
                  <a:pt x="195521" y="57119"/>
                </a:lnTo>
                <a:lnTo>
                  <a:pt x="215813" y="66385"/>
                </a:lnTo>
                <a:lnTo>
                  <a:pt x="195521" y="67260"/>
                </a:lnTo>
                <a:lnTo>
                  <a:pt x="190969" y="57119"/>
                </a:lnTo>
                <a:close/>
                <a:moveTo>
                  <a:pt x="61748" y="69172"/>
                </a:moveTo>
                <a:lnTo>
                  <a:pt x="41465" y="31384"/>
                </a:lnTo>
                <a:lnTo>
                  <a:pt x="40574" y="30432"/>
                </a:lnTo>
                <a:lnTo>
                  <a:pt x="41465" y="30432"/>
                </a:lnTo>
                <a:cubicBezTo>
                  <a:pt x="40574" y="27715"/>
                  <a:pt x="39622" y="24920"/>
                  <a:pt x="39622" y="23009"/>
                </a:cubicBezTo>
                <a:cubicBezTo>
                  <a:pt x="39622" y="20291"/>
                  <a:pt x="40574" y="16614"/>
                  <a:pt x="41465" y="14779"/>
                </a:cubicBezTo>
                <a:cubicBezTo>
                  <a:pt x="42340" y="11984"/>
                  <a:pt x="44251" y="9258"/>
                  <a:pt x="46017" y="7424"/>
                </a:cubicBezTo>
                <a:cubicBezTo>
                  <a:pt x="47929" y="5512"/>
                  <a:pt x="49772" y="3746"/>
                  <a:pt x="52481" y="2717"/>
                </a:cubicBezTo>
                <a:cubicBezTo>
                  <a:pt x="55275" y="952"/>
                  <a:pt x="58070" y="0"/>
                  <a:pt x="60873" y="0"/>
                </a:cubicBezTo>
                <a:cubicBezTo>
                  <a:pt x="64542" y="0"/>
                  <a:pt x="67268" y="0"/>
                  <a:pt x="70054" y="952"/>
                </a:cubicBezTo>
                <a:lnTo>
                  <a:pt x="70054" y="952"/>
                </a:lnTo>
                <a:cubicBezTo>
                  <a:pt x="72772" y="1835"/>
                  <a:pt x="75575" y="3746"/>
                  <a:pt x="78361" y="5512"/>
                </a:cubicBezTo>
                <a:cubicBezTo>
                  <a:pt x="81156" y="7424"/>
                  <a:pt x="82922" y="9258"/>
                  <a:pt x="83882" y="11976"/>
                </a:cubicBezTo>
                <a:cubicBezTo>
                  <a:pt x="84833" y="12927"/>
                  <a:pt x="84833" y="13887"/>
                  <a:pt x="85717" y="14770"/>
                </a:cubicBezTo>
                <a:cubicBezTo>
                  <a:pt x="85717" y="15653"/>
                  <a:pt x="85717" y="16605"/>
                  <a:pt x="86677" y="17565"/>
                </a:cubicBezTo>
                <a:cubicBezTo>
                  <a:pt x="86677" y="19400"/>
                  <a:pt x="86677" y="20283"/>
                  <a:pt x="86677" y="21243"/>
                </a:cubicBezTo>
                <a:cubicBezTo>
                  <a:pt x="86677" y="22126"/>
                  <a:pt x="86677" y="23009"/>
                  <a:pt x="86677" y="24037"/>
                </a:cubicBezTo>
                <a:cubicBezTo>
                  <a:pt x="86677" y="24037"/>
                  <a:pt x="86677" y="24920"/>
                  <a:pt x="86677" y="25803"/>
                </a:cubicBezTo>
                <a:lnTo>
                  <a:pt x="86677" y="25803"/>
                </a:lnTo>
                <a:lnTo>
                  <a:pt x="85717" y="26755"/>
                </a:lnTo>
                <a:lnTo>
                  <a:pt x="80213" y="29472"/>
                </a:lnTo>
                <a:lnTo>
                  <a:pt x="79330" y="29472"/>
                </a:lnTo>
                <a:lnTo>
                  <a:pt x="79330" y="29472"/>
                </a:lnTo>
                <a:lnTo>
                  <a:pt x="79330" y="29472"/>
                </a:lnTo>
                <a:cubicBezTo>
                  <a:pt x="78370" y="29472"/>
                  <a:pt x="78370" y="29472"/>
                  <a:pt x="77410" y="29472"/>
                </a:cubicBezTo>
                <a:cubicBezTo>
                  <a:pt x="77410" y="29472"/>
                  <a:pt x="76527" y="29472"/>
                  <a:pt x="76527" y="28589"/>
                </a:cubicBezTo>
                <a:cubicBezTo>
                  <a:pt x="75575" y="27706"/>
                  <a:pt x="75575" y="26755"/>
                  <a:pt x="75575" y="26755"/>
                </a:cubicBezTo>
                <a:lnTo>
                  <a:pt x="75575" y="26755"/>
                </a:lnTo>
                <a:cubicBezTo>
                  <a:pt x="75575" y="25803"/>
                  <a:pt x="76527" y="24920"/>
                  <a:pt x="76527" y="24037"/>
                </a:cubicBezTo>
                <a:cubicBezTo>
                  <a:pt x="76527" y="23009"/>
                  <a:pt x="76527" y="22126"/>
                  <a:pt x="75575" y="22126"/>
                </a:cubicBezTo>
                <a:cubicBezTo>
                  <a:pt x="75575" y="21243"/>
                  <a:pt x="75575" y="20291"/>
                  <a:pt x="75575" y="19408"/>
                </a:cubicBezTo>
                <a:cubicBezTo>
                  <a:pt x="75575" y="18457"/>
                  <a:pt x="74684" y="17574"/>
                  <a:pt x="74684" y="17574"/>
                </a:cubicBezTo>
                <a:cubicBezTo>
                  <a:pt x="73732" y="15662"/>
                  <a:pt x="72772" y="14779"/>
                  <a:pt x="71889" y="12936"/>
                </a:cubicBezTo>
                <a:lnTo>
                  <a:pt x="71889" y="12936"/>
                </a:lnTo>
                <a:cubicBezTo>
                  <a:pt x="70054" y="11984"/>
                  <a:pt x="69180" y="11984"/>
                  <a:pt x="67268" y="11101"/>
                </a:cubicBezTo>
                <a:lnTo>
                  <a:pt x="67268" y="11101"/>
                </a:lnTo>
                <a:cubicBezTo>
                  <a:pt x="65425" y="10150"/>
                  <a:pt x="63582" y="10150"/>
                  <a:pt x="61748" y="11101"/>
                </a:cubicBezTo>
                <a:cubicBezTo>
                  <a:pt x="60873" y="11101"/>
                  <a:pt x="59030" y="11101"/>
                  <a:pt x="57119" y="11976"/>
                </a:cubicBezTo>
                <a:cubicBezTo>
                  <a:pt x="56167" y="12927"/>
                  <a:pt x="55275" y="13887"/>
                  <a:pt x="54401" y="14770"/>
                </a:cubicBezTo>
                <a:cubicBezTo>
                  <a:pt x="53449" y="15653"/>
                  <a:pt x="52481" y="16605"/>
                  <a:pt x="51607" y="18448"/>
                </a:cubicBezTo>
                <a:cubicBezTo>
                  <a:pt x="51607" y="19400"/>
                  <a:pt x="50723" y="21243"/>
                  <a:pt x="50723" y="22126"/>
                </a:cubicBezTo>
                <a:cubicBezTo>
                  <a:pt x="50723" y="24037"/>
                  <a:pt x="50723" y="24920"/>
                  <a:pt x="50723" y="26755"/>
                </a:cubicBezTo>
                <a:lnTo>
                  <a:pt x="73732" y="69172"/>
                </a:lnTo>
                <a:lnTo>
                  <a:pt x="61748" y="69172"/>
                </a:lnTo>
                <a:close/>
                <a:moveTo>
                  <a:pt x="183546" y="35062"/>
                </a:moveTo>
                <a:cubicBezTo>
                  <a:pt x="190018" y="35945"/>
                  <a:pt x="190018" y="48880"/>
                  <a:pt x="183546" y="64465"/>
                </a:cubicBezTo>
                <a:cubicBezTo>
                  <a:pt x="183546" y="65494"/>
                  <a:pt x="183546" y="65494"/>
                  <a:pt x="183546" y="65494"/>
                </a:cubicBezTo>
                <a:cubicBezTo>
                  <a:pt x="183546" y="66385"/>
                  <a:pt x="183546" y="66385"/>
                  <a:pt x="183546" y="67260"/>
                </a:cubicBezTo>
                <a:lnTo>
                  <a:pt x="158634" y="67260"/>
                </a:lnTo>
                <a:cubicBezTo>
                  <a:pt x="159586" y="67260"/>
                  <a:pt x="159586" y="66385"/>
                  <a:pt x="159586" y="66385"/>
                </a:cubicBezTo>
                <a:cubicBezTo>
                  <a:pt x="159586" y="65494"/>
                  <a:pt x="158634" y="65494"/>
                  <a:pt x="158634" y="65494"/>
                </a:cubicBezTo>
                <a:cubicBezTo>
                  <a:pt x="152162" y="49763"/>
                  <a:pt x="152162" y="35945"/>
                  <a:pt x="157674" y="35062"/>
                </a:cubicBezTo>
                <a:cubicBezTo>
                  <a:pt x="161420" y="34179"/>
                  <a:pt x="165990" y="37856"/>
                  <a:pt x="170619" y="43300"/>
                </a:cubicBezTo>
                <a:cubicBezTo>
                  <a:pt x="175239" y="37856"/>
                  <a:pt x="179868" y="34187"/>
                  <a:pt x="183546" y="35062"/>
                </a:cubicBezTo>
                <a:lnTo>
                  <a:pt x="183546" y="35062"/>
                </a:lnTo>
                <a:close/>
                <a:moveTo>
                  <a:pt x="24843" y="59030"/>
                </a:moveTo>
                <a:lnTo>
                  <a:pt x="51598" y="59913"/>
                </a:lnTo>
                <a:lnTo>
                  <a:pt x="56159" y="70063"/>
                </a:lnTo>
                <a:lnTo>
                  <a:pt x="38731" y="70063"/>
                </a:lnTo>
                <a:lnTo>
                  <a:pt x="24843" y="59030"/>
                </a:lnTo>
                <a:close/>
                <a:moveTo>
                  <a:pt x="19323" y="60865"/>
                </a:moveTo>
                <a:lnTo>
                  <a:pt x="34110" y="72849"/>
                </a:lnTo>
                <a:lnTo>
                  <a:pt x="37710" y="231329"/>
                </a:lnTo>
                <a:lnTo>
                  <a:pt x="0" y="202740"/>
                </a:lnTo>
                <a:lnTo>
                  <a:pt x="19323" y="60865"/>
                </a:lnTo>
                <a:close/>
                <a:moveTo>
                  <a:pt x="41457" y="74615"/>
                </a:moveTo>
                <a:lnTo>
                  <a:pt x="217647" y="71898"/>
                </a:lnTo>
                <a:lnTo>
                  <a:pt x="220442" y="231338"/>
                </a:lnTo>
                <a:lnTo>
                  <a:pt x="44243" y="234132"/>
                </a:lnTo>
                <a:lnTo>
                  <a:pt x="41457" y="74615"/>
                </a:lnTo>
                <a:close/>
                <a:moveTo>
                  <a:pt x="82913" y="102321"/>
                </a:moveTo>
                <a:cubicBezTo>
                  <a:pt x="85699" y="101370"/>
                  <a:pt x="89454" y="101370"/>
                  <a:pt x="92172" y="101370"/>
                </a:cubicBezTo>
                <a:cubicBezTo>
                  <a:pt x="122604" y="147464"/>
                  <a:pt x="140177" y="148416"/>
                  <a:pt x="168767" y="100495"/>
                </a:cubicBezTo>
                <a:cubicBezTo>
                  <a:pt x="171561" y="100495"/>
                  <a:pt x="175239" y="100495"/>
                  <a:pt x="177957" y="100495"/>
                </a:cubicBezTo>
                <a:cubicBezTo>
                  <a:pt x="149436" y="164952"/>
                  <a:pt x="113423" y="164069"/>
                  <a:pt x="82913" y="102321"/>
                </a:cubicBezTo>
                <a:lnTo>
                  <a:pt x="82913" y="102321"/>
                </a:lnTo>
                <a:close/>
              </a:path>
            </a:pathLst>
          </a:custGeom>
          <a:solidFill>
            <a:schemeClr val="accent1"/>
          </a:solidFill>
          <a:ln w="8572" cap="flat">
            <a:noFill/>
            <a:prstDash val="solid"/>
            <a:miter/>
          </a:ln>
        </p:spPr>
        <p:txBody>
          <a:bodyPr rtlCol="0" anchor="ctr"/>
          <a:lstStyle/>
          <a:p>
            <a:endParaRPr lang="en-US"/>
          </a:p>
        </p:txBody>
      </p:sp>
      <p:sp>
        <p:nvSpPr>
          <p:cNvPr id="35" name="TextBox 34">
            <a:extLst>
              <a:ext uri="{FF2B5EF4-FFF2-40B4-BE49-F238E27FC236}">
                <a16:creationId xmlns:a16="http://schemas.microsoft.com/office/drawing/2014/main" id="{48F13C3B-6454-FDB4-2D18-61EB5FE0B102}"/>
              </a:ext>
            </a:extLst>
          </p:cNvPr>
          <p:cNvSpPr txBox="1"/>
          <p:nvPr/>
        </p:nvSpPr>
        <p:spPr>
          <a:xfrm>
            <a:off x="4175398" y="4632391"/>
            <a:ext cx="2300352"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de consectetur adipiscing elit, sed</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36" name="TextBox 35">
            <a:extLst>
              <a:ext uri="{FF2B5EF4-FFF2-40B4-BE49-F238E27FC236}">
                <a16:creationId xmlns:a16="http://schemas.microsoft.com/office/drawing/2014/main" id="{AB381B8F-958B-6ED6-A136-147D08346E3E}"/>
              </a:ext>
            </a:extLst>
          </p:cNvPr>
          <p:cNvSpPr txBox="1"/>
          <p:nvPr/>
        </p:nvSpPr>
        <p:spPr>
          <a:xfrm>
            <a:off x="3043766" y="4732817"/>
            <a:ext cx="1099064" cy="461665"/>
          </a:xfrm>
          <a:prstGeom prst="rect">
            <a:avLst/>
          </a:prstGeom>
          <a:noFill/>
        </p:spPr>
        <p:txBody>
          <a:bodyPr wrap="square">
            <a:spAutoFit/>
          </a:bodyPr>
          <a:lstStyle/>
          <a:p>
            <a:r>
              <a:rPr lang="en-ID" sz="2400">
                <a:solidFill>
                  <a:schemeClr val="accent1"/>
                </a:solidFill>
                <a:latin typeface="Poppins Medium" pitchFamily="2" charset="77"/>
                <a:cs typeface="Poppins Medium" pitchFamily="2" charset="77"/>
              </a:rPr>
              <a:t>32,5%</a:t>
            </a:r>
            <a:endParaRPr lang="en-US" sz="2400">
              <a:solidFill>
                <a:schemeClr val="accent1"/>
              </a:solidFill>
              <a:latin typeface="Poppins Medium" pitchFamily="2" charset="77"/>
              <a:cs typeface="Poppins Medium" pitchFamily="2" charset="77"/>
            </a:endParaRPr>
          </a:p>
        </p:txBody>
      </p:sp>
    </p:spTree>
    <p:extLst>
      <p:ext uri="{BB962C8B-B14F-4D97-AF65-F5344CB8AC3E}">
        <p14:creationId xmlns:p14="http://schemas.microsoft.com/office/powerpoint/2010/main" val="1598976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7F141-B333-1C24-522E-1A88A2B2FFE2}"/>
            </a:ext>
          </a:extLst>
        </p:cNvPr>
        <p:cNvGrpSpPr/>
        <p:nvPr/>
      </p:nvGrpSpPr>
      <p:grpSpPr>
        <a:xfrm>
          <a:off x="0" y="0"/>
          <a:ext cx="0" cy="0"/>
          <a:chOff x="0" y="0"/>
          <a:chExt cx="0" cy="0"/>
        </a:xfrm>
      </p:grpSpPr>
      <p:sp>
        <p:nvSpPr>
          <p:cNvPr id="7" name="Freeform 6">
            <a:extLst>
              <a:ext uri="{FF2B5EF4-FFF2-40B4-BE49-F238E27FC236}">
                <a16:creationId xmlns:a16="http://schemas.microsoft.com/office/drawing/2014/main" id="{69D9D57E-8158-6AB2-46E1-2E1309B9E4D5}"/>
              </a:ext>
            </a:extLst>
          </p:cNvPr>
          <p:cNvSpPr/>
          <p:nvPr/>
        </p:nvSpPr>
        <p:spPr>
          <a:xfrm>
            <a:off x="712302" y="1346715"/>
            <a:ext cx="4948262" cy="4948262"/>
          </a:xfrm>
          <a:custGeom>
            <a:avLst/>
            <a:gdLst>
              <a:gd name="connsiteX0" fmla="*/ 4948263 w 4948262"/>
              <a:gd name="connsiteY0" fmla="*/ 2474131 h 4948262"/>
              <a:gd name="connsiteX1" fmla="*/ 2474131 w 4948262"/>
              <a:gd name="connsiteY1" fmla="*/ 4948263 h 4948262"/>
              <a:gd name="connsiteX2" fmla="*/ 0 w 4948262"/>
              <a:gd name="connsiteY2" fmla="*/ 2474131 h 4948262"/>
              <a:gd name="connsiteX3" fmla="*/ 2474131 w 4948262"/>
              <a:gd name="connsiteY3" fmla="*/ 0 h 4948262"/>
              <a:gd name="connsiteX4" fmla="*/ 4948263 w 4948262"/>
              <a:gd name="connsiteY4" fmla="*/ 2474131 h 4948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8262" h="4948262">
                <a:moveTo>
                  <a:pt x="4948263" y="2474131"/>
                </a:moveTo>
                <a:cubicBezTo>
                  <a:pt x="4948263" y="3840556"/>
                  <a:pt x="3840556" y="4948263"/>
                  <a:pt x="2474131" y="4948263"/>
                </a:cubicBezTo>
                <a:cubicBezTo>
                  <a:pt x="1107706" y="4948263"/>
                  <a:pt x="0" y="3840556"/>
                  <a:pt x="0" y="2474131"/>
                </a:cubicBezTo>
                <a:cubicBezTo>
                  <a:pt x="0" y="1107706"/>
                  <a:pt x="1107706" y="0"/>
                  <a:pt x="2474131" y="0"/>
                </a:cubicBezTo>
                <a:cubicBezTo>
                  <a:pt x="3840556" y="0"/>
                  <a:pt x="4948263" y="1107706"/>
                  <a:pt x="4948263" y="2474131"/>
                </a:cubicBezTo>
                <a:close/>
              </a:path>
            </a:pathLst>
          </a:custGeom>
          <a:solidFill>
            <a:schemeClr val="accent5"/>
          </a:solidFill>
          <a:ln w="1108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8E057BAF-9244-F671-A12A-BC147CC823FF}"/>
              </a:ext>
            </a:extLst>
          </p:cNvPr>
          <p:cNvSpPr/>
          <p:nvPr/>
        </p:nvSpPr>
        <p:spPr>
          <a:xfrm>
            <a:off x="4854237" y="3488218"/>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solidFill>
                <a:schemeClr val="tx1">
                  <a:lumMod val="85000"/>
                  <a:lumOff val="15000"/>
                </a:schemeClr>
              </a:solidFill>
            </a:endParaRPr>
          </a:p>
        </p:txBody>
      </p:sp>
      <p:sp>
        <p:nvSpPr>
          <p:cNvPr id="10" name="Freeform 9">
            <a:extLst>
              <a:ext uri="{FF2B5EF4-FFF2-40B4-BE49-F238E27FC236}">
                <a16:creationId xmlns:a16="http://schemas.microsoft.com/office/drawing/2014/main" id="{E64A9C39-11CB-DB2D-FD01-EDEA9CAADBD5}"/>
              </a:ext>
            </a:extLst>
          </p:cNvPr>
          <p:cNvSpPr/>
          <p:nvPr/>
        </p:nvSpPr>
        <p:spPr>
          <a:xfrm>
            <a:off x="5465267" y="3488218"/>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solidFill>
                <a:schemeClr val="tx1">
                  <a:lumMod val="85000"/>
                  <a:lumOff val="15000"/>
                </a:schemeClr>
              </a:solidFill>
            </a:endParaRPr>
          </a:p>
        </p:txBody>
      </p:sp>
      <p:sp>
        <p:nvSpPr>
          <p:cNvPr id="11" name="Freeform 10">
            <a:extLst>
              <a:ext uri="{FF2B5EF4-FFF2-40B4-BE49-F238E27FC236}">
                <a16:creationId xmlns:a16="http://schemas.microsoft.com/office/drawing/2014/main" id="{5EB55D9B-684F-44CE-B597-00541ADD9C89}"/>
              </a:ext>
            </a:extLst>
          </p:cNvPr>
          <p:cNvSpPr/>
          <p:nvPr/>
        </p:nvSpPr>
        <p:spPr>
          <a:xfrm>
            <a:off x="5155878" y="3779660"/>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solidFill>
                <a:schemeClr val="tx1">
                  <a:lumMod val="85000"/>
                  <a:lumOff val="15000"/>
                </a:schemeClr>
              </a:solidFill>
            </a:endParaRPr>
          </a:p>
        </p:txBody>
      </p:sp>
      <p:sp>
        <p:nvSpPr>
          <p:cNvPr id="12" name="Freeform 11">
            <a:extLst>
              <a:ext uri="{FF2B5EF4-FFF2-40B4-BE49-F238E27FC236}">
                <a16:creationId xmlns:a16="http://schemas.microsoft.com/office/drawing/2014/main" id="{34A8BF85-118C-81EC-A3EF-C622A7BD8383}"/>
              </a:ext>
            </a:extLst>
          </p:cNvPr>
          <p:cNvSpPr/>
          <p:nvPr/>
        </p:nvSpPr>
        <p:spPr>
          <a:xfrm>
            <a:off x="5748652" y="3217330"/>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solidFill>
                <a:schemeClr val="tx1">
                  <a:lumMod val="85000"/>
                  <a:lumOff val="15000"/>
                </a:schemeClr>
              </a:solidFill>
            </a:endParaRPr>
          </a:p>
        </p:txBody>
      </p:sp>
      <p:sp>
        <p:nvSpPr>
          <p:cNvPr id="14" name="Freeform 13">
            <a:extLst>
              <a:ext uri="{FF2B5EF4-FFF2-40B4-BE49-F238E27FC236}">
                <a16:creationId xmlns:a16="http://schemas.microsoft.com/office/drawing/2014/main" id="{105CE22B-6354-A0C2-3EB0-12BF43B2F5B7}"/>
              </a:ext>
            </a:extLst>
          </p:cNvPr>
          <p:cNvSpPr/>
          <p:nvPr/>
        </p:nvSpPr>
        <p:spPr>
          <a:xfrm rot="10800000">
            <a:off x="3958366" y="5296107"/>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2AE5AF49-AE23-F086-E619-1789B95A3D09}"/>
              </a:ext>
            </a:extLst>
          </p:cNvPr>
          <p:cNvSpPr/>
          <p:nvPr/>
        </p:nvSpPr>
        <p:spPr>
          <a:xfrm rot="10800000">
            <a:off x="3347327" y="5296107"/>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7BE65408-156D-B9C0-72A2-C17360101B6E}"/>
              </a:ext>
            </a:extLst>
          </p:cNvPr>
          <p:cNvSpPr/>
          <p:nvPr/>
        </p:nvSpPr>
        <p:spPr>
          <a:xfrm rot="10800000">
            <a:off x="3656717" y="5587561"/>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D4BF172-C0EB-E3D3-9A8A-202422E47476}"/>
              </a:ext>
            </a:extLst>
          </p:cNvPr>
          <p:cNvSpPr/>
          <p:nvPr/>
        </p:nvSpPr>
        <p:spPr>
          <a:xfrm rot="10800000">
            <a:off x="3063940" y="5025224"/>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706A951-BE2C-D0C6-8385-D5DEBA248F23}"/>
              </a:ext>
            </a:extLst>
          </p:cNvPr>
          <p:cNvSpPr/>
          <p:nvPr/>
        </p:nvSpPr>
        <p:spPr>
          <a:xfrm>
            <a:off x="434577" y="4518643"/>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6CFC0586-A76A-2A12-45AF-DF328F9DA4B8}"/>
              </a:ext>
            </a:extLst>
          </p:cNvPr>
          <p:cNvSpPr/>
          <p:nvPr/>
        </p:nvSpPr>
        <p:spPr>
          <a:xfrm>
            <a:off x="1045619" y="4518643"/>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4076B107-877F-0BD0-4BEA-20F1F61808F6}"/>
              </a:ext>
            </a:extLst>
          </p:cNvPr>
          <p:cNvSpPr/>
          <p:nvPr/>
        </p:nvSpPr>
        <p:spPr>
          <a:xfrm>
            <a:off x="736230" y="4810086"/>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E193076F-D7D5-4FCD-9857-A56D0E98C808}"/>
              </a:ext>
            </a:extLst>
          </p:cNvPr>
          <p:cNvSpPr/>
          <p:nvPr/>
        </p:nvSpPr>
        <p:spPr>
          <a:xfrm>
            <a:off x="1329004" y="4247755"/>
            <a:ext cx="566759" cy="246483"/>
          </a:xfrm>
          <a:custGeom>
            <a:avLst/>
            <a:gdLst>
              <a:gd name="connsiteX0" fmla="*/ 0 w 566759"/>
              <a:gd name="connsiteY0" fmla="*/ 0 h 246483"/>
              <a:gd name="connsiteX1" fmla="*/ 566759 w 566759"/>
              <a:gd name="connsiteY1" fmla="*/ 0 h 246483"/>
              <a:gd name="connsiteX2" fmla="*/ 566759 w 566759"/>
              <a:gd name="connsiteY2" fmla="*/ 246483 h 246483"/>
              <a:gd name="connsiteX3" fmla="*/ 0 w 566759"/>
              <a:gd name="connsiteY3" fmla="*/ 246483 h 246483"/>
            </a:gdLst>
            <a:ahLst/>
            <a:cxnLst>
              <a:cxn ang="0">
                <a:pos x="connsiteX0" y="connsiteY0"/>
              </a:cxn>
              <a:cxn ang="0">
                <a:pos x="connsiteX1" y="connsiteY1"/>
              </a:cxn>
              <a:cxn ang="0">
                <a:pos x="connsiteX2" y="connsiteY2"/>
              </a:cxn>
              <a:cxn ang="0">
                <a:pos x="connsiteX3" y="connsiteY3"/>
              </a:cxn>
            </a:cxnLst>
            <a:rect l="l" t="t" r="r" b="b"/>
            <a:pathLst>
              <a:path w="566759" h="246483">
                <a:moveTo>
                  <a:pt x="0" y="0"/>
                </a:moveTo>
                <a:lnTo>
                  <a:pt x="566759" y="0"/>
                </a:lnTo>
                <a:lnTo>
                  <a:pt x="566759" y="246483"/>
                </a:lnTo>
                <a:lnTo>
                  <a:pt x="0" y="246483"/>
                </a:lnTo>
                <a:close/>
              </a:path>
            </a:pathLst>
          </a:custGeom>
          <a:solidFill>
            <a:schemeClr val="accent2"/>
          </a:solidFill>
          <a:ln w="1108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5CAFE51F-ED51-2416-3377-7C26B730DAB1}"/>
              </a:ext>
            </a:extLst>
          </p:cNvPr>
          <p:cNvSpPr/>
          <p:nvPr/>
        </p:nvSpPr>
        <p:spPr>
          <a:xfrm rot="20837793">
            <a:off x="2259334" y="1643274"/>
            <a:ext cx="1409747" cy="1846080"/>
          </a:xfrm>
          <a:custGeom>
            <a:avLst/>
            <a:gdLst>
              <a:gd name="connsiteX0" fmla="*/ 0 w 1409747"/>
              <a:gd name="connsiteY0" fmla="*/ 0 h 1846080"/>
              <a:gd name="connsiteX1" fmla="*/ 1409747 w 1409747"/>
              <a:gd name="connsiteY1" fmla="*/ 0 h 1846080"/>
              <a:gd name="connsiteX2" fmla="*/ 1409747 w 1409747"/>
              <a:gd name="connsiteY2" fmla="*/ 1846080 h 1846080"/>
              <a:gd name="connsiteX3" fmla="*/ 0 w 1409747"/>
              <a:gd name="connsiteY3" fmla="*/ 1846080 h 1846080"/>
            </a:gdLst>
            <a:ahLst/>
            <a:cxnLst>
              <a:cxn ang="0">
                <a:pos x="connsiteX0" y="connsiteY0"/>
              </a:cxn>
              <a:cxn ang="0">
                <a:pos x="connsiteX1" y="connsiteY1"/>
              </a:cxn>
              <a:cxn ang="0">
                <a:pos x="connsiteX2" y="connsiteY2"/>
              </a:cxn>
              <a:cxn ang="0">
                <a:pos x="connsiteX3" y="connsiteY3"/>
              </a:cxn>
            </a:cxnLst>
            <a:rect l="l" t="t" r="r" b="b"/>
            <a:pathLst>
              <a:path w="1409747" h="1846080">
                <a:moveTo>
                  <a:pt x="0" y="0"/>
                </a:moveTo>
                <a:lnTo>
                  <a:pt x="1409747" y="0"/>
                </a:lnTo>
                <a:lnTo>
                  <a:pt x="1409747" y="1846080"/>
                </a:lnTo>
                <a:lnTo>
                  <a:pt x="0" y="1846080"/>
                </a:lnTo>
                <a:close/>
              </a:path>
            </a:pathLst>
          </a:custGeom>
          <a:solidFill>
            <a:srgbClr val="FFFFFF"/>
          </a:solidFill>
          <a:ln w="11087"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3937053-9A84-7F8D-36B1-EF5EF7682040}"/>
              </a:ext>
            </a:extLst>
          </p:cNvPr>
          <p:cNvSpPr/>
          <p:nvPr/>
        </p:nvSpPr>
        <p:spPr>
          <a:xfrm>
            <a:off x="2693058" y="2384521"/>
            <a:ext cx="809047" cy="771204"/>
          </a:xfrm>
          <a:custGeom>
            <a:avLst/>
            <a:gdLst>
              <a:gd name="connsiteX0" fmla="*/ 448716 w 809047"/>
              <a:gd name="connsiteY0" fmla="*/ 0 h 771204"/>
              <a:gd name="connsiteX1" fmla="*/ 260810 w 809047"/>
              <a:gd name="connsiteY1" fmla="*/ 42362 h 771204"/>
              <a:gd name="connsiteX2" fmla="*/ 72904 w 809047"/>
              <a:gd name="connsiteY2" fmla="*/ 84725 h 771204"/>
              <a:gd name="connsiteX3" fmla="*/ 21 w 809047"/>
              <a:gd name="connsiteY3" fmla="*/ 770835 h 771204"/>
              <a:gd name="connsiteX4" fmla="*/ 404500 w 809047"/>
              <a:gd name="connsiteY4" fmla="*/ 679640 h 771204"/>
              <a:gd name="connsiteX5" fmla="*/ 808979 w 809047"/>
              <a:gd name="connsiteY5" fmla="*/ 588445 h 771204"/>
              <a:gd name="connsiteX6" fmla="*/ 448716 w 809047"/>
              <a:gd name="connsiteY6" fmla="*/ 0 h 77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047" h="771204">
                <a:moveTo>
                  <a:pt x="448716" y="0"/>
                </a:moveTo>
                <a:lnTo>
                  <a:pt x="260810" y="42362"/>
                </a:lnTo>
                <a:lnTo>
                  <a:pt x="72904" y="84725"/>
                </a:lnTo>
                <a:cubicBezTo>
                  <a:pt x="72904" y="84725"/>
                  <a:pt x="3428" y="763710"/>
                  <a:pt x="21" y="770835"/>
                </a:cubicBezTo>
                <a:cubicBezTo>
                  <a:pt x="-3386" y="777961"/>
                  <a:pt x="404500" y="679640"/>
                  <a:pt x="404500" y="679640"/>
                </a:cubicBezTo>
                <a:cubicBezTo>
                  <a:pt x="404500" y="679640"/>
                  <a:pt x="815117" y="593406"/>
                  <a:pt x="808979" y="588445"/>
                </a:cubicBezTo>
                <a:cubicBezTo>
                  <a:pt x="802831" y="583484"/>
                  <a:pt x="448716" y="0"/>
                  <a:pt x="448716" y="0"/>
                </a:cubicBezTo>
                <a:close/>
              </a:path>
            </a:pathLst>
          </a:custGeom>
          <a:solidFill>
            <a:schemeClr val="accent3"/>
          </a:solidFill>
          <a:ln w="1108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97C2FE2-88A7-4DDD-92E8-EA5E9617ED35}"/>
              </a:ext>
            </a:extLst>
          </p:cNvPr>
          <p:cNvSpPr/>
          <p:nvPr/>
        </p:nvSpPr>
        <p:spPr>
          <a:xfrm>
            <a:off x="2572739" y="1780483"/>
            <a:ext cx="598755" cy="632272"/>
          </a:xfrm>
          <a:custGeom>
            <a:avLst/>
            <a:gdLst>
              <a:gd name="connsiteX0" fmla="*/ 469660 w 598755"/>
              <a:gd name="connsiteY0" fmla="*/ 0 h 632272"/>
              <a:gd name="connsiteX1" fmla="*/ 364558 w 598755"/>
              <a:gd name="connsiteY1" fmla="*/ 23695 h 632272"/>
              <a:gd name="connsiteX2" fmla="*/ 320265 w 598755"/>
              <a:gd name="connsiteY2" fmla="*/ 376467 h 632272"/>
              <a:gd name="connsiteX3" fmla="*/ 128874 w 598755"/>
              <a:gd name="connsiteY3" fmla="*/ 76834 h 632272"/>
              <a:gd name="connsiteX4" fmla="*/ 23773 w 598755"/>
              <a:gd name="connsiteY4" fmla="*/ 100529 h 632272"/>
              <a:gd name="connsiteX5" fmla="*/ 0 w 598755"/>
              <a:gd name="connsiteY5" fmla="*/ 351340 h 632272"/>
              <a:gd name="connsiteX6" fmla="*/ 180481 w 598755"/>
              <a:gd name="connsiteY6" fmla="*/ 632273 h 632272"/>
              <a:gd name="connsiteX7" fmla="*/ 368387 w 598755"/>
              <a:gd name="connsiteY7" fmla="*/ 589910 h 632272"/>
              <a:gd name="connsiteX8" fmla="*/ 556293 w 598755"/>
              <a:gd name="connsiteY8" fmla="*/ 547537 h 632272"/>
              <a:gd name="connsiteX9" fmla="*/ 598756 w 598755"/>
              <a:gd name="connsiteY9" fmla="*/ 216340 h 63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755" h="632272">
                <a:moveTo>
                  <a:pt x="469660" y="0"/>
                </a:moveTo>
                <a:lnTo>
                  <a:pt x="364558" y="23695"/>
                </a:lnTo>
                <a:lnTo>
                  <a:pt x="320265" y="376467"/>
                </a:lnTo>
                <a:lnTo>
                  <a:pt x="128874" y="76834"/>
                </a:lnTo>
                <a:lnTo>
                  <a:pt x="23773" y="100529"/>
                </a:lnTo>
                <a:lnTo>
                  <a:pt x="0" y="351340"/>
                </a:lnTo>
                <a:lnTo>
                  <a:pt x="180481" y="632273"/>
                </a:lnTo>
                <a:lnTo>
                  <a:pt x="368387" y="589910"/>
                </a:lnTo>
                <a:lnTo>
                  <a:pt x="556293" y="547537"/>
                </a:lnTo>
                <a:lnTo>
                  <a:pt x="598756" y="216340"/>
                </a:lnTo>
                <a:close/>
              </a:path>
            </a:pathLst>
          </a:custGeom>
          <a:solidFill>
            <a:schemeClr val="accent3"/>
          </a:solidFill>
          <a:ln w="11087"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08DE0A17-C642-3362-DECB-73BB1F825B74}"/>
              </a:ext>
            </a:extLst>
          </p:cNvPr>
          <p:cNvSpPr/>
          <p:nvPr/>
        </p:nvSpPr>
        <p:spPr>
          <a:xfrm rot="20837793">
            <a:off x="2512842" y="3181283"/>
            <a:ext cx="1207795" cy="29554"/>
          </a:xfrm>
          <a:custGeom>
            <a:avLst/>
            <a:gdLst>
              <a:gd name="connsiteX0" fmla="*/ 0 w 1207795"/>
              <a:gd name="connsiteY0" fmla="*/ 0 h 29554"/>
              <a:gd name="connsiteX1" fmla="*/ 1207795 w 1207795"/>
              <a:gd name="connsiteY1" fmla="*/ 0 h 29554"/>
              <a:gd name="connsiteX2" fmla="*/ 1207795 w 1207795"/>
              <a:gd name="connsiteY2" fmla="*/ 29554 h 29554"/>
              <a:gd name="connsiteX3" fmla="*/ 0 w 1207795"/>
              <a:gd name="connsiteY3" fmla="*/ 29554 h 29554"/>
            </a:gdLst>
            <a:ahLst/>
            <a:cxnLst>
              <a:cxn ang="0">
                <a:pos x="connsiteX0" y="connsiteY0"/>
              </a:cxn>
              <a:cxn ang="0">
                <a:pos x="connsiteX1" y="connsiteY1"/>
              </a:cxn>
              <a:cxn ang="0">
                <a:pos x="connsiteX2" y="connsiteY2"/>
              </a:cxn>
              <a:cxn ang="0">
                <a:pos x="connsiteX3" y="connsiteY3"/>
              </a:cxn>
            </a:cxnLst>
            <a:rect l="l" t="t" r="r" b="b"/>
            <a:pathLst>
              <a:path w="1207795" h="29554">
                <a:moveTo>
                  <a:pt x="0" y="0"/>
                </a:moveTo>
                <a:lnTo>
                  <a:pt x="1207795" y="0"/>
                </a:lnTo>
                <a:lnTo>
                  <a:pt x="1207795" y="29554"/>
                </a:lnTo>
                <a:lnTo>
                  <a:pt x="0" y="29554"/>
                </a:lnTo>
                <a:close/>
              </a:path>
            </a:pathLst>
          </a:custGeom>
          <a:solidFill>
            <a:srgbClr val="E5C3D1"/>
          </a:solidFill>
          <a:ln w="11087"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E52D1482-3AB2-ED6C-660E-2D9525231D52}"/>
              </a:ext>
            </a:extLst>
          </p:cNvPr>
          <p:cNvSpPr/>
          <p:nvPr/>
        </p:nvSpPr>
        <p:spPr>
          <a:xfrm rot="20837793">
            <a:off x="2525879" y="3239160"/>
            <a:ext cx="1207795" cy="29543"/>
          </a:xfrm>
          <a:custGeom>
            <a:avLst/>
            <a:gdLst>
              <a:gd name="connsiteX0" fmla="*/ 0 w 1207795"/>
              <a:gd name="connsiteY0" fmla="*/ 0 h 29543"/>
              <a:gd name="connsiteX1" fmla="*/ 1207795 w 1207795"/>
              <a:gd name="connsiteY1" fmla="*/ 0 h 29543"/>
              <a:gd name="connsiteX2" fmla="*/ 1207795 w 1207795"/>
              <a:gd name="connsiteY2" fmla="*/ 29543 h 29543"/>
              <a:gd name="connsiteX3" fmla="*/ 0 w 1207795"/>
              <a:gd name="connsiteY3" fmla="*/ 29543 h 29543"/>
            </a:gdLst>
            <a:ahLst/>
            <a:cxnLst>
              <a:cxn ang="0">
                <a:pos x="connsiteX0" y="connsiteY0"/>
              </a:cxn>
              <a:cxn ang="0">
                <a:pos x="connsiteX1" y="connsiteY1"/>
              </a:cxn>
              <a:cxn ang="0">
                <a:pos x="connsiteX2" y="connsiteY2"/>
              </a:cxn>
              <a:cxn ang="0">
                <a:pos x="connsiteX3" y="connsiteY3"/>
              </a:cxn>
            </a:cxnLst>
            <a:rect l="l" t="t" r="r" b="b"/>
            <a:pathLst>
              <a:path w="1207795" h="29543">
                <a:moveTo>
                  <a:pt x="0" y="0"/>
                </a:moveTo>
                <a:lnTo>
                  <a:pt x="1207795" y="0"/>
                </a:lnTo>
                <a:lnTo>
                  <a:pt x="1207795" y="29543"/>
                </a:lnTo>
                <a:lnTo>
                  <a:pt x="0" y="29543"/>
                </a:lnTo>
                <a:close/>
              </a:path>
            </a:pathLst>
          </a:custGeom>
          <a:solidFill>
            <a:srgbClr val="E5C3D1"/>
          </a:solidFill>
          <a:ln w="11087"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BC1F245D-C6DD-24FA-E3DF-4E9F0F8A4A1B}"/>
              </a:ext>
            </a:extLst>
          </p:cNvPr>
          <p:cNvSpPr/>
          <p:nvPr/>
        </p:nvSpPr>
        <p:spPr>
          <a:xfrm rot="20837793">
            <a:off x="2538926" y="3297041"/>
            <a:ext cx="1207795" cy="29543"/>
          </a:xfrm>
          <a:custGeom>
            <a:avLst/>
            <a:gdLst>
              <a:gd name="connsiteX0" fmla="*/ 0 w 1207795"/>
              <a:gd name="connsiteY0" fmla="*/ 0 h 29543"/>
              <a:gd name="connsiteX1" fmla="*/ 1207795 w 1207795"/>
              <a:gd name="connsiteY1" fmla="*/ 0 h 29543"/>
              <a:gd name="connsiteX2" fmla="*/ 1207795 w 1207795"/>
              <a:gd name="connsiteY2" fmla="*/ 29543 h 29543"/>
              <a:gd name="connsiteX3" fmla="*/ 0 w 1207795"/>
              <a:gd name="connsiteY3" fmla="*/ 29543 h 29543"/>
            </a:gdLst>
            <a:ahLst/>
            <a:cxnLst>
              <a:cxn ang="0">
                <a:pos x="connsiteX0" y="connsiteY0"/>
              </a:cxn>
              <a:cxn ang="0">
                <a:pos x="connsiteX1" y="connsiteY1"/>
              </a:cxn>
              <a:cxn ang="0">
                <a:pos x="connsiteX2" y="connsiteY2"/>
              </a:cxn>
              <a:cxn ang="0">
                <a:pos x="connsiteX3" y="connsiteY3"/>
              </a:cxn>
            </a:cxnLst>
            <a:rect l="l" t="t" r="r" b="b"/>
            <a:pathLst>
              <a:path w="1207795" h="29543">
                <a:moveTo>
                  <a:pt x="0" y="0"/>
                </a:moveTo>
                <a:lnTo>
                  <a:pt x="1207795" y="0"/>
                </a:lnTo>
                <a:lnTo>
                  <a:pt x="1207795" y="29543"/>
                </a:lnTo>
                <a:lnTo>
                  <a:pt x="0" y="29543"/>
                </a:lnTo>
                <a:close/>
              </a:path>
            </a:pathLst>
          </a:custGeom>
          <a:solidFill>
            <a:srgbClr val="E5C3D1"/>
          </a:solidFill>
          <a:ln w="11087"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84546A33-D0EF-6E01-8DB0-2F65746D90DB}"/>
              </a:ext>
            </a:extLst>
          </p:cNvPr>
          <p:cNvSpPr/>
          <p:nvPr/>
        </p:nvSpPr>
        <p:spPr>
          <a:xfrm rot="20837793">
            <a:off x="2325387" y="2177872"/>
            <a:ext cx="206879" cy="233570"/>
          </a:xfrm>
          <a:custGeom>
            <a:avLst/>
            <a:gdLst>
              <a:gd name="connsiteX0" fmla="*/ 0 w 206879"/>
              <a:gd name="connsiteY0" fmla="*/ 0 h 233570"/>
              <a:gd name="connsiteX1" fmla="*/ 206880 w 206879"/>
              <a:gd name="connsiteY1" fmla="*/ 0 h 233570"/>
              <a:gd name="connsiteX2" fmla="*/ 206880 w 206879"/>
              <a:gd name="connsiteY2" fmla="*/ 233571 h 233570"/>
              <a:gd name="connsiteX3" fmla="*/ 0 w 206879"/>
              <a:gd name="connsiteY3" fmla="*/ 233571 h 233570"/>
            </a:gdLst>
            <a:ahLst/>
            <a:cxnLst>
              <a:cxn ang="0">
                <a:pos x="connsiteX0" y="connsiteY0"/>
              </a:cxn>
              <a:cxn ang="0">
                <a:pos x="connsiteX1" y="connsiteY1"/>
              </a:cxn>
              <a:cxn ang="0">
                <a:pos x="connsiteX2" y="connsiteY2"/>
              </a:cxn>
              <a:cxn ang="0">
                <a:pos x="connsiteX3" y="connsiteY3"/>
              </a:cxn>
            </a:cxnLst>
            <a:rect l="l" t="t" r="r" b="b"/>
            <a:pathLst>
              <a:path w="206879" h="233570">
                <a:moveTo>
                  <a:pt x="0" y="0"/>
                </a:moveTo>
                <a:lnTo>
                  <a:pt x="206880" y="0"/>
                </a:lnTo>
                <a:lnTo>
                  <a:pt x="206880" y="233571"/>
                </a:lnTo>
                <a:lnTo>
                  <a:pt x="0" y="233571"/>
                </a:lnTo>
                <a:close/>
              </a:path>
            </a:pathLst>
          </a:custGeom>
          <a:solidFill>
            <a:schemeClr val="tx1">
              <a:lumMod val="75000"/>
              <a:lumOff val="25000"/>
            </a:schemeClr>
          </a:solidFill>
          <a:ln w="11087"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A3D8488B-B994-5FF5-EFAF-D7B3BEB2F39D}"/>
              </a:ext>
            </a:extLst>
          </p:cNvPr>
          <p:cNvSpPr/>
          <p:nvPr/>
        </p:nvSpPr>
        <p:spPr>
          <a:xfrm rot="20837458">
            <a:off x="2349258" y="2204486"/>
            <a:ext cx="159383" cy="179948"/>
          </a:xfrm>
          <a:custGeom>
            <a:avLst/>
            <a:gdLst>
              <a:gd name="connsiteX0" fmla="*/ 0 w 159383"/>
              <a:gd name="connsiteY0" fmla="*/ 0 h 179948"/>
              <a:gd name="connsiteX1" fmla="*/ 159383 w 159383"/>
              <a:gd name="connsiteY1" fmla="*/ 0 h 179948"/>
              <a:gd name="connsiteX2" fmla="*/ 159383 w 159383"/>
              <a:gd name="connsiteY2" fmla="*/ 179949 h 179948"/>
              <a:gd name="connsiteX3" fmla="*/ 0 w 159383"/>
              <a:gd name="connsiteY3" fmla="*/ 179949 h 179948"/>
            </a:gdLst>
            <a:ahLst/>
            <a:cxnLst>
              <a:cxn ang="0">
                <a:pos x="connsiteX0" y="connsiteY0"/>
              </a:cxn>
              <a:cxn ang="0">
                <a:pos x="connsiteX1" y="connsiteY1"/>
              </a:cxn>
              <a:cxn ang="0">
                <a:pos x="connsiteX2" y="connsiteY2"/>
              </a:cxn>
              <a:cxn ang="0">
                <a:pos x="connsiteX3" y="connsiteY3"/>
              </a:cxn>
            </a:cxnLst>
            <a:rect l="l" t="t" r="r" b="b"/>
            <a:pathLst>
              <a:path w="159383" h="179948">
                <a:moveTo>
                  <a:pt x="0" y="0"/>
                </a:moveTo>
                <a:lnTo>
                  <a:pt x="159383" y="0"/>
                </a:lnTo>
                <a:lnTo>
                  <a:pt x="159383" y="179949"/>
                </a:lnTo>
                <a:lnTo>
                  <a:pt x="0" y="179949"/>
                </a:lnTo>
                <a:close/>
              </a:path>
            </a:pathLst>
          </a:custGeom>
          <a:solidFill>
            <a:schemeClr val="accent1"/>
          </a:solidFill>
          <a:ln w="11087"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222BA8EC-1043-89B4-FB96-FEDD856EFF66}"/>
              </a:ext>
            </a:extLst>
          </p:cNvPr>
          <p:cNvSpPr/>
          <p:nvPr/>
        </p:nvSpPr>
        <p:spPr>
          <a:xfrm rot="20837458">
            <a:off x="3285463" y="2181501"/>
            <a:ext cx="279234" cy="315270"/>
          </a:xfrm>
          <a:custGeom>
            <a:avLst/>
            <a:gdLst>
              <a:gd name="connsiteX0" fmla="*/ 0 w 279234"/>
              <a:gd name="connsiteY0" fmla="*/ 0 h 315270"/>
              <a:gd name="connsiteX1" fmla="*/ 279234 w 279234"/>
              <a:gd name="connsiteY1" fmla="*/ 0 h 315270"/>
              <a:gd name="connsiteX2" fmla="*/ 279234 w 279234"/>
              <a:gd name="connsiteY2" fmla="*/ 315271 h 315270"/>
              <a:gd name="connsiteX3" fmla="*/ 0 w 279234"/>
              <a:gd name="connsiteY3" fmla="*/ 315271 h 315270"/>
            </a:gdLst>
            <a:ahLst/>
            <a:cxnLst>
              <a:cxn ang="0">
                <a:pos x="connsiteX0" y="connsiteY0"/>
              </a:cxn>
              <a:cxn ang="0">
                <a:pos x="connsiteX1" y="connsiteY1"/>
              </a:cxn>
              <a:cxn ang="0">
                <a:pos x="connsiteX2" y="connsiteY2"/>
              </a:cxn>
              <a:cxn ang="0">
                <a:pos x="connsiteX3" y="connsiteY3"/>
              </a:cxn>
            </a:cxnLst>
            <a:rect l="l" t="t" r="r" b="b"/>
            <a:pathLst>
              <a:path w="279234" h="315270">
                <a:moveTo>
                  <a:pt x="0" y="0"/>
                </a:moveTo>
                <a:lnTo>
                  <a:pt x="279234" y="0"/>
                </a:lnTo>
                <a:lnTo>
                  <a:pt x="279234" y="315271"/>
                </a:lnTo>
                <a:lnTo>
                  <a:pt x="0" y="315271"/>
                </a:lnTo>
                <a:close/>
              </a:path>
            </a:pathLst>
          </a:custGeom>
          <a:solidFill>
            <a:schemeClr val="tx1">
              <a:lumMod val="75000"/>
              <a:lumOff val="25000"/>
            </a:schemeClr>
          </a:solidFill>
          <a:ln w="11087"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A2894B92-3D59-B4CF-DFD4-4049BAAA5E61}"/>
              </a:ext>
            </a:extLst>
          </p:cNvPr>
          <p:cNvSpPr/>
          <p:nvPr/>
        </p:nvSpPr>
        <p:spPr>
          <a:xfrm rot="20837793">
            <a:off x="3317387" y="2217981"/>
            <a:ext cx="215125" cy="242881"/>
          </a:xfrm>
          <a:custGeom>
            <a:avLst/>
            <a:gdLst>
              <a:gd name="connsiteX0" fmla="*/ 0 w 215125"/>
              <a:gd name="connsiteY0" fmla="*/ 0 h 242881"/>
              <a:gd name="connsiteX1" fmla="*/ 215126 w 215125"/>
              <a:gd name="connsiteY1" fmla="*/ 0 h 242881"/>
              <a:gd name="connsiteX2" fmla="*/ 215126 w 215125"/>
              <a:gd name="connsiteY2" fmla="*/ 242882 h 242881"/>
              <a:gd name="connsiteX3" fmla="*/ 0 w 215125"/>
              <a:gd name="connsiteY3" fmla="*/ 242882 h 242881"/>
            </a:gdLst>
            <a:ahLst/>
            <a:cxnLst>
              <a:cxn ang="0">
                <a:pos x="connsiteX0" y="connsiteY0"/>
              </a:cxn>
              <a:cxn ang="0">
                <a:pos x="connsiteX1" y="connsiteY1"/>
              </a:cxn>
              <a:cxn ang="0">
                <a:pos x="connsiteX2" y="connsiteY2"/>
              </a:cxn>
              <a:cxn ang="0">
                <a:pos x="connsiteX3" y="connsiteY3"/>
              </a:cxn>
            </a:cxnLst>
            <a:rect l="l" t="t" r="r" b="b"/>
            <a:pathLst>
              <a:path w="215125" h="242881">
                <a:moveTo>
                  <a:pt x="0" y="0"/>
                </a:moveTo>
                <a:lnTo>
                  <a:pt x="215126" y="0"/>
                </a:lnTo>
                <a:lnTo>
                  <a:pt x="215126" y="242882"/>
                </a:lnTo>
                <a:lnTo>
                  <a:pt x="0" y="242882"/>
                </a:lnTo>
                <a:close/>
              </a:path>
            </a:pathLst>
          </a:custGeom>
          <a:solidFill>
            <a:schemeClr val="accent2"/>
          </a:solidFill>
          <a:ln w="11087"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395D2336-3EFF-0624-E512-0D73FEBC280B}"/>
              </a:ext>
            </a:extLst>
          </p:cNvPr>
          <p:cNvSpPr/>
          <p:nvPr/>
        </p:nvSpPr>
        <p:spPr>
          <a:xfrm>
            <a:off x="2433984" y="2385831"/>
            <a:ext cx="250238" cy="371772"/>
          </a:xfrm>
          <a:custGeom>
            <a:avLst/>
            <a:gdLst>
              <a:gd name="connsiteX0" fmla="*/ 548 w 250238"/>
              <a:gd name="connsiteY0" fmla="*/ 0 h 371772"/>
              <a:gd name="connsiteX1" fmla="*/ 20647 w 250238"/>
              <a:gd name="connsiteY1" fmla="*/ 134068 h 371772"/>
              <a:gd name="connsiteX2" fmla="*/ 134749 w 250238"/>
              <a:gd name="connsiteY2" fmla="*/ 184477 h 371772"/>
              <a:gd name="connsiteX3" fmla="*/ 167489 w 250238"/>
              <a:gd name="connsiteY3" fmla="*/ 139539 h 371772"/>
              <a:gd name="connsiteX4" fmla="*/ 129322 w 250238"/>
              <a:gd name="connsiteY4" fmla="*/ 105124 h 371772"/>
              <a:gd name="connsiteX5" fmla="*/ 108979 w 250238"/>
              <a:gd name="connsiteY5" fmla="*/ 117798 h 371772"/>
              <a:gd name="connsiteX6" fmla="*/ 103862 w 250238"/>
              <a:gd name="connsiteY6" fmla="*/ 236950 h 371772"/>
              <a:gd name="connsiteX7" fmla="*/ 250238 w 250238"/>
              <a:gd name="connsiteY7" fmla="*/ 359842 h 371772"/>
              <a:gd name="connsiteX8" fmla="*/ 214224 w 250238"/>
              <a:gd name="connsiteY8" fmla="*/ 314738 h 371772"/>
              <a:gd name="connsiteX9" fmla="*/ 249983 w 250238"/>
              <a:gd name="connsiteY9" fmla="*/ 359753 h 371772"/>
              <a:gd name="connsiteX10" fmla="*/ 177233 w 250238"/>
              <a:gd name="connsiteY10" fmla="*/ 371772 h 37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238" h="371772">
                <a:moveTo>
                  <a:pt x="548" y="0"/>
                </a:moveTo>
                <a:cubicBezTo>
                  <a:pt x="-917" y="45714"/>
                  <a:pt x="-962" y="93759"/>
                  <a:pt x="20647" y="134068"/>
                </a:cubicBezTo>
                <a:cubicBezTo>
                  <a:pt x="42255" y="174377"/>
                  <a:pt x="92886" y="202911"/>
                  <a:pt x="134749" y="184477"/>
                </a:cubicBezTo>
                <a:cubicBezTo>
                  <a:pt x="152706" y="176575"/>
                  <a:pt x="167544" y="159150"/>
                  <a:pt x="167489" y="139539"/>
                </a:cubicBezTo>
                <a:cubicBezTo>
                  <a:pt x="167445" y="119918"/>
                  <a:pt x="148511" y="101039"/>
                  <a:pt x="129322" y="105124"/>
                </a:cubicBezTo>
                <a:cubicBezTo>
                  <a:pt x="121386" y="106822"/>
                  <a:pt x="114528" y="111871"/>
                  <a:pt x="108979" y="117798"/>
                </a:cubicBezTo>
                <a:cubicBezTo>
                  <a:pt x="80112" y="148685"/>
                  <a:pt x="85672" y="198794"/>
                  <a:pt x="103862" y="236950"/>
                </a:cubicBezTo>
                <a:cubicBezTo>
                  <a:pt x="132141" y="296237"/>
                  <a:pt x="186944" y="342251"/>
                  <a:pt x="250238" y="359842"/>
                </a:cubicBezTo>
                <a:cubicBezTo>
                  <a:pt x="236998" y="345858"/>
                  <a:pt x="224934" y="330742"/>
                  <a:pt x="214224" y="314738"/>
                </a:cubicBezTo>
                <a:cubicBezTo>
                  <a:pt x="224179" y="331175"/>
                  <a:pt x="236221" y="346335"/>
                  <a:pt x="249983" y="359753"/>
                </a:cubicBezTo>
                <a:cubicBezTo>
                  <a:pt x="225733" y="363759"/>
                  <a:pt x="201483" y="367766"/>
                  <a:pt x="177233" y="371772"/>
                </a:cubicBezTo>
              </a:path>
            </a:pathLst>
          </a:custGeom>
          <a:noFill/>
          <a:ln w="10620" cap="rnd">
            <a:solidFill>
              <a:schemeClr val="tx1">
                <a:lumMod val="75000"/>
                <a:lumOff val="25000"/>
              </a:schemeClr>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7383FF2B-6F32-8E34-EAB5-522F91923E81}"/>
              </a:ext>
            </a:extLst>
          </p:cNvPr>
          <p:cNvSpPr/>
          <p:nvPr/>
        </p:nvSpPr>
        <p:spPr>
          <a:xfrm>
            <a:off x="3128788" y="1839335"/>
            <a:ext cx="261299" cy="350354"/>
          </a:xfrm>
          <a:custGeom>
            <a:avLst/>
            <a:gdLst>
              <a:gd name="connsiteX0" fmla="*/ 0 w 261299"/>
              <a:gd name="connsiteY0" fmla="*/ 3110 h 350354"/>
              <a:gd name="connsiteX1" fmla="*/ 148163 w 261299"/>
              <a:gd name="connsiteY1" fmla="*/ 51421 h 350354"/>
              <a:gd name="connsiteX2" fmla="*/ 225718 w 261299"/>
              <a:gd name="connsiteY2" fmla="*/ 191981 h 350354"/>
              <a:gd name="connsiteX3" fmla="*/ 261299 w 261299"/>
              <a:gd name="connsiteY3" fmla="*/ 350355 h 350354"/>
            </a:gdLst>
            <a:ahLst/>
            <a:cxnLst>
              <a:cxn ang="0">
                <a:pos x="connsiteX0" y="connsiteY0"/>
              </a:cxn>
              <a:cxn ang="0">
                <a:pos x="connsiteX1" y="connsiteY1"/>
              </a:cxn>
              <a:cxn ang="0">
                <a:pos x="connsiteX2" y="connsiteY2"/>
              </a:cxn>
              <a:cxn ang="0">
                <a:pos x="connsiteX3" y="connsiteY3"/>
              </a:cxn>
            </a:cxnLst>
            <a:rect l="l" t="t" r="r" b="b"/>
            <a:pathLst>
              <a:path w="261299" h="350354">
                <a:moveTo>
                  <a:pt x="0" y="3110"/>
                </a:moveTo>
                <a:cubicBezTo>
                  <a:pt x="52850" y="-8577"/>
                  <a:pt x="109252" y="13798"/>
                  <a:pt x="148163" y="51421"/>
                </a:cubicBezTo>
                <a:cubicBezTo>
                  <a:pt x="187074" y="89044"/>
                  <a:pt x="210514" y="140030"/>
                  <a:pt x="225718" y="191981"/>
                </a:cubicBezTo>
                <a:cubicBezTo>
                  <a:pt x="240912" y="243922"/>
                  <a:pt x="248670" y="297726"/>
                  <a:pt x="261299" y="350355"/>
                </a:cubicBezTo>
              </a:path>
            </a:pathLst>
          </a:custGeom>
          <a:noFill/>
          <a:ln w="10620" cap="rnd">
            <a:solidFill>
              <a:schemeClr val="tx1">
                <a:lumMod val="75000"/>
                <a:lumOff val="25000"/>
              </a:schemeClr>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6D7F13A9-B9F4-5CE1-9B32-9E3A8E37F554}"/>
              </a:ext>
            </a:extLst>
          </p:cNvPr>
          <p:cNvSpPr/>
          <p:nvPr/>
        </p:nvSpPr>
        <p:spPr>
          <a:xfrm>
            <a:off x="3356948" y="2149258"/>
            <a:ext cx="46768" cy="44582"/>
          </a:xfrm>
          <a:custGeom>
            <a:avLst/>
            <a:gdLst>
              <a:gd name="connsiteX0" fmla="*/ 0 w 46768"/>
              <a:gd name="connsiteY0" fmla="*/ 3940 h 44582"/>
              <a:gd name="connsiteX1" fmla="*/ 33917 w 46768"/>
              <a:gd name="connsiteY1" fmla="*/ 44582 h 44582"/>
              <a:gd name="connsiteX2" fmla="*/ 46768 w 46768"/>
              <a:gd name="connsiteY2" fmla="*/ 0 h 44582"/>
            </a:gdLst>
            <a:ahLst/>
            <a:cxnLst>
              <a:cxn ang="0">
                <a:pos x="connsiteX0" y="connsiteY0"/>
              </a:cxn>
              <a:cxn ang="0">
                <a:pos x="connsiteX1" y="connsiteY1"/>
              </a:cxn>
              <a:cxn ang="0">
                <a:pos x="connsiteX2" y="connsiteY2"/>
              </a:cxn>
            </a:cxnLst>
            <a:rect l="l" t="t" r="r" b="b"/>
            <a:pathLst>
              <a:path w="46768" h="44582">
                <a:moveTo>
                  <a:pt x="0" y="3940"/>
                </a:moveTo>
                <a:cubicBezTo>
                  <a:pt x="12086" y="16803"/>
                  <a:pt x="23417" y="30387"/>
                  <a:pt x="33917" y="44582"/>
                </a:cubicBezTo>
                <a:cubicBezTo>
                  <a:pt x="36513" y="29300"/>
                  <a:pt x="40842" y="14317"/>
                  <a:pt x="46768" y="0"/>
                </a:cubicBezTo>
              </a:path>
            </a:pathLst>
          </a:custGeom>
          <a:noFill/>
          <a:ln w="10620" cap="rnd">
            <a:solidFill>
              <a:srgbClr val="613F75"/>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1E54D1EB-B8B2-17F8-077A-16DB3D2828D1}"/>
              </a:ext>
            </a:extLst>
          </p:cNvPr>
          <p:cNvSpPr/>
          <p:nvPr/>
        </p:nvSpPr>
        <p:spPr>
          <a:xfrm>
            <a:off x="2672991" y="1797952"/>
            <a:ext cx="291919" cy="437063"/>
          </a:xfrm>
          <a:custGeom>
            <a:avLst/>
            <a:gdLst>
              <a:gd name="connsiteX0" fmla="*/ 0 w 291919"/>
              <a:gd name="connsiteY0" fmla="*/ 65824 h 437063"/>
              <a:gd name="connsiteX1" fmla="*/ 230945 w 291919"/>
              <a:gd name="connsiteY1" fmla="*/ 437064 h 437063"/>
              <a:gd name="connsiteX2" fmla="*/ 291920 w 291919"/>
              <a:gd name="connsiteY2" fmla="*/ 0 h 437063"/>
              <a:gd name="connsiteX3" fmla="*/ 264307 w 291919"/>
              <a:gd name="connsiteY3" fmla="*/ 6226 h 437063"/>
              <a:gd name="connsiteX4" fmla="*/ 220014 w 291919"/>
              <a:gd name="connsiteY4" fmla="*/ 358998 h 437063"/>
              <a:gd name="connsiteX5" fmla="*/ 28623 w 291919"/>
              <a:gd name="connsiteY5" fmla="*/ 59365 h 43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919" h="437063">
                <a:moveTo>
                  <a:pt x="0" y="65824"/>
                </a:moveTo>
                <a:lnTo>
                  <a:pt x="230945" y="437064"/>
                </a:lnTo>
                <a:lnTo>
                  <a:pt x="291920" y="0"/>
                </a:lnTo>
                <a:lnTo>
                  <a:pt x="264307" y="6226"/>
                </a:lnTo>
                <a:lnTo>
                  <a:pt x="220014" y="358998"/>
                </a:lnTo>
                <a:lnTo>
                  <a:pt x="28623" y="59365"/>
                </a:lnTo>
                <a:close/>
              </a:path>
            </a:pathLst>
          </a:custGeom>
          <a:solidFill>
            <a:schemeClr val="accent1"/>
          </a:solidFill>
          <a:ln w="11087"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8D42DC12-1796-90D4-DFE4-4C4B2F885F06}"/>
              </a:ext>
            </a:extLst>
          </p:cNvPr>
          <p:cNvSpPr/>
          <p:nvPr/>
        </p:nvSpPr>
        <p:spPr>
          <a:xfrm>
            <a:off x="2761600" y="2384521"/>
            <a:ext cx="402359" cy="127264"/>
          </a:xfrm>
          <a:custGeom>
            <a:avLst/>
            <a:gdLst>
              <a:gd name="connsiteX0" fmla="*/ 380174 w 402359"/>
              <a:gd name="connsiteY0" fmla="*/ 0 h 127264"/>
              <a:gd name="connsiteX1" fmla="*/ 4362 w 402359"/>
              <a:gd name="connsiteY1" fmla="*/ 84736 h 127264"/>
              <a:gd name="connsiteX2" fmla="*/ 0 w 402359"/>
              <a:gd name="connsiteY2" fmla="*/ 127265 h 127264"/>
              <a:gd name="connsiteX3" fmla="*/ 402359 w 402359"/>
              <a:gd name="connsiteY3" fmla="*/ 36547 h 127264"/>
            </a:gdLst>
            <a:ahLst/>
            <a:cxnLst>
              <a:cxn ang="0">
                <a:pos x="connsiteX0" y="connsiteY0"/>
              </a:cxn>
              <a:cxn ang="0">
                <a:pos x="connsiteX1" y="connsiteY1"/>
              </a:cxn>
              <a:cxn ang="0">
                <a:pos x="connsiteX2" y="connsiteY2"/>
              </a:cxn>
              <a:cxn ang="0">
                <a:pos x="connsiteX3" y="connsiteY3"/>
              </a:cxn>
            </a:cxnLst>
            <a:rect l="l" t="t" r="r" b="b"/>
            <a:pathLst>
              <a:path w="402359" h="127264">
                <a:moveTo>
                  <a:pt x="380174" y="0"/>
                </a:moveTo>
                <a:lnTo>
                  <a:pt x="4362" y="84736"/>
                </a:lnTo>
                <a:lnTo>
                  <a:pt x="0" y="127265"/>
                </a:lnTo>
                <a:lnTo>
                  <a:pt x="402359" y="36547"/>
                </a:lnTo>
                <a:close/>
              </a:path>
            </a:pathLst>
          </a:custGeom>
          <a:solidFill>
            <a:schemeClr val="accent1"/>
          </a:solidFill>
          <a:ln w="11087"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7C0F0CBC-BFA6-7D11-9EC9-2A28B754D6FC}"/>
              </a:ext>
            </a:extLst>
          </p:cNvPr>
          <p:cNvSpPr/>
          <p:nvPr/>
        </p:nvSpPr>
        <p:spPr>
          <a:xfrm>
            <a:off x="2813773" y="2605789"/>
            <a:ext cx="40042" cy="525184"/>
          </a:xfrm>
          <a:custGeom>
            <a:avLst/>
            <a:gdLst>
              <a:gd name="connsiteX0" fmla="*/ 40043 w 40042"/>
              <a:gd name="connsiteY0" fmla="*/ 0 h 525184"/>
              <a:gd name="connsiteX1" fmla="*/ 0 w 40042"/>
              <a:gd name="connsiteY1" fmla="*/ 525185 h 525184"/>
              <a:gd name="connsiteX2" fmla="*/ 35581 w 40042"/>
              <a:gd name="connsiteY2" fmla="*/ 517005 h 525184"/>
            </a:gdLst>
            <a:ahLst/>
            <a:cxnLst>
              <a:cxn ang="0">
                <a:pos x="connsiteX0" y="connsiteY0"/>
              </a:cxn>
              <a:cxn ang="0">
                <a:pos x="connsiteX1" y="connsiteY1"/>
              </a:cxn>
              <a:cxn ang="0">
                <a:pos x="connsiteX2" y="connsiteY2"/>
              </a:cxn>
            </a:cxnLst>
            <a:rect l="l" t="t" r="r" b="b"/>
            <a:pathLst>
              <a:path w="40042" h="525184">
                <a:moveTo>
                  <a:pt x="40043" y="0"/>
                </a:moveTo>
                <a:lnTo>
                  <a:pt x="0" y="525185"/>
                </a:lnTo>
                <a:lnTo>
                  <a:pt x="35581" y="517005"/>
                </a:lnTo>
                <a:close/>
              </a:path>
            </a:pathLst>
          </a:custGeom>
          <a:solidFill>
            <a:srgbClr val="EF798A"/>
          </a:solidFill>
          <a:ln w="11087"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89519CFC-2A9A-A91A-D1FE-34D33B55D587}"/>
              </a:ext>
            </a:extLst>
          </p:cNvPr>
          <p:cNvSpPr/>
          <p:nvPr/>
        </p:nvSpPr>
        <p:spPr>
          <a:xfrm>
            <a:off x="2967452" y="2580174"/>
            <a:ext cx="32107" cy="514386"/>
          </a:xfrm>
          <a:custGeom>
            <a:avLst/>
            <a:gdLst>
              <a:gd name="connsiteX0" fmla="*/ 0 w 32107"/>
              <a:gd name="connsiteY0" fmla="*/ 0 h 514386"/>
              <a:gd name="connsiteX1" fmla="*/ 7847 w 32107"/>
              <a:gd name="connsiteY1" fmla="*/ 514386 h 514386"/>
              <a:gd name="connsiteX2" fmla="*/ 32107 w 32107"/>
              <a:gd name="connsiteY2" fmla="*/ 508759 h 514386"/>
            </a:gdLst>
            <a:ahLst/>
            <a:cxnLst>
              <a:cxn ang="0">
                <a:pos x="connsiteX0" y="connsiteY0"/>
              </a:cxn>
              <a:cxn ang="0">
                <a:pos x="connsiteX1" y="connsiteY1"/>
              </a:cxn>
              <a:cxn ang="0">
                <a:pos x="connsiteX2" y="connsiteY2"/>
              </a:cxn>
            </a:cxnLst>
            <a:rect l="l" t="t" r="r" b="b"/>
            <a:pathLst>
              <a:path w="32107" h="514386">
                <a:moveTo>
                  <a:pt x="0" y="0"/>
                </a:moveTo>
                <a:lnTo>
                  <a:pt x="7847" y="514386"/>
                </a:lnTo>
                <a:lnTo>
                  <a:pt x="32107" y="508759"/>
                </a:lnTo>
                <a:close/>
              </a:path>
            </a:pathLst>
          </a:custGeom>
          <a:solidFill>
            <a:srgbClr val="EF798A"/>
          </a:solidFill>
          <a:ln w="11087"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501544EC-9B71-7E3D-AF66-9F008E4A8494}"/>
              </a:ext>
            </a:extLst>
          </p:cNvPr>
          <p:cNvSpPr/>
          <p:nvPr/>
        </p:nvSpPr>
        <p:spPr>
          <a:xfrm>
            <a:off x="3038970" y="2564048"/>
            <a:ext cx="213654" cy="473311"/>
          </a:xfrm>
          <a:custGeom>
            <a:avLst/>
            <a:gdLst>
              <a:gd name="connsiteX0" fmla="*/ 0 w 213654"/>
              <a:gd name="connsiteY0" fmla="*/ 0 h 473311"/>
              <a:gd name="connsiteX1" fmla="*/ 213654 w 213654"/>
              <a:gd name="connsiteY1" fmla="*/ 467973 h 473311"/>
              <a:gd name="connsiteX2" fmla="*/ 189316 w 213654"/>
              <a:gd name="connsiteY2" fmla="*/ 473311 h 473311"/>
            </a:gdLst>
            <a:ahLst/>
            <a:cxnLst>
              <a:cxn ang="0">
                <a:pos x="connsiteX0" y="connsiteY0"/>
              </a:cxn>
              <a:cxn ang="0">
                <a:pos x="connsiteX1" y="connsiteY1"/>
              </a:cxn>
              <a:cxn ang="0">
                <a:pos x="connsiteX2" y="connsiteY2"/>
              </a:cxn>
            </a:cxnLst>
            <a:rect l="l" t="t" r="r" b="b"/>
            <a:pathLst>
              <a:path w="213654" h="473311">
                <a:moveTo>
                  <a:pt x="0" y="0"/>
                </a:moveTo>
                <a:lnTo>
                  <a:pt x="213654" y="467973"/>
                </a:lnTo>
                <a:lnTo>
                  <a:pt x="189316" y="473311"/>
                </a:lnTo>
                <a:close/>
              </a:path>
            </a:pathLst>
          </a:custGeom>
          <a:solidFill>
            <a:srgbClr val="EF798A"/>
          </a:solidFill>
          <a:ln w="11087"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0D67B9B4-1A65-4186-8FB2-576A61597966}"/>
              </a:ext>
            </a:extLst>
          </p:cNvPr>
          <p:cNvSpPr/>
          <p:nvPr/>
        </p:nvSpPr>
        <p:spPr>
          <a:xfrm>
            <a:off x="3133394" y="2542761"/>
            <a:ext cx="261532" cy="465065"/>
          </a:xfrm>
          <a:custGeom>
            <a:avLst/>
            <a:gdLst>
              <a:gd name="connsiteX0" fmla="*/ 0 w 261532"/>
              <a:gd name="connsiteY0" fmla="*/ 0 h 465065"/>
              <a:gd name="connsiteX1" fmla="*/ 261532 w 261532"/>
              <a:gd name="connsiteY1" fmla="*/ 457185 h 465065"/>
              <a:gd name="connsiteX2" fmla="*/ 225896 w 261532"/>
              <a:gd name="connsiteY2" fmla="*/ 465065 h 465065"/>
            </a:gdLst>
            <a:ahLst/>
            <a:cxnLst>
              <a:cxn ang="0">
                <a:pos x="connsiteX0" y="connsiteY0"/>
              </a:cxn>
              <a:cxn ang="0">
                <a:pos x="connsiteX1" y="connsiteY1"/>
              </a:cxn>
              <a:cxn ang="0">
                <a:pos x="connsiteX2" y="connsiteY2"/>
              </a:cxn>
            </a:cxnLst>
            <a:rect l="l" t="t" r="r" b="b"/>
            <a:pathLst>
              <a:path w="261532" h="465065">
                <a:moveTo>
                  <a:pt x="0" y="0"/>
                </a:moveTo>
                <a:lnTo>
                  <a:pt x="261532" y="457185"/>
                </a:lnTo>
                <a:lnTo>
                  <a:pt x="225896" y="465065"/>
                </a:lnTo>
                <a:close/>
              </a:path>
            </a:pathLst>
          </a:custGeom>
          <a:solidFill>
            <a:srgbClr val="EF798A"/>
          </a:solidFill>
          <a:ln w="11087"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F8009D9C-E504-1AE3-3B63-480E74A29FE3}"/>
              </a:ext>
            </a:extLst>
          </p:cNvPr>
          <p:cNvSpPr/>
          <p:nvPr/>
        </p:nvSpPr>
        <p:spPr>
          <a:xfrm>
            <a:off x="2073658" y="1820792"/>
            <a:ext cx="1781306" cy="1896085"/>
          </a:xfrm>
          <a:custGeom>
            <a:avLst/>
            <a:gdLst>
              <a:gd name="connsiteX0" fmla="*/ 0 w 1781306"/>
              <a:gd name="connsiteY0" fmla="*/ 0 h 1896085"/>
              <a:gd name="connsiteX1" fmla="*/ 406044 w 1781306"/>
              <a:gd name="connsiteY1" fmla="*/ 1800917 h 1896085"/>
              <a:gd name="connsiteX2" fmla="*/ 1781306 w 1781306"/>
              <a:gd name="connsiteY2" fmla="*/ 1490840 h 1896085"/>
              <a:gd name="connsiteX3" fmla="*/ 339598 w 1781306"/>
              <a:gd name="connsiteY3" fmla="*/ 1896085 h 1896085"/>
            </a:gdLst>
            <a:ahLst/>
            <a:cxnLst>
              <a:cxn ang="0">
                <a:pos x="connsiteX0" y="connsiteY0"/>
              </a:cxn>
              <a:cxn ang="0">
                <a:pos x="connsiteX1" y="connsiteY1"/>
              </a:cxn>
              <a:cxn ang="0">
                <a:pos x="connsiteX2" y="connsiteY2"/>
              </a:cxn>
              <a:cxn ang="0">
                <a:pos x="connsiteX3" y="connsiteY3"/>
              </a:cxn>
            </a:cxnLst>
            <a:rect l="l" t="t" r="r" b="b"/>
            <a:pathLst>
              <a:path w="1781306" h="1896085">
                <a:moveTo>
                  <a:pt x="0" y="0"/>
                </a:moveTo>
                <a:lnTo>
                  <a:pt x="406044" y="1800917"/>
                </a:lnTo>
                <a:lnTo>
                  <a:pt x="1781306" y="1490840"/>
                </a:lnTo>
                <a:lnTo>
                  <a:pt x="339598" y="1896085"/>
                </a:lnTo>
                <a:close/>
              </a:path>
            </a:pathLst>
          </a:custGeom>
          <a:solidFill>
            <a:srgbClr val="F6E9EE"/>
          </a:solidFill>
          <a:ln w="11087"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E745FACF-9806-19B8-4B77-23248B5E3F80}"/>
              </a:ext>
            </a:extLst>
          </p:cNvPr>
          <p:cNvSpPr/>
          <p:nvPr/>
        </p:nvSpPr>
        <p:spPr>
          <a:xfrm rot="810573">
            <a:off x="1174093" y="2550072"/>
            <a:ext cx="1073630" cy="1293725"/>
          </a:xfrm>
          <a:custGeom>
            <a:avLst/>
            <a:gdLst>
              <a:gd name="connsiteX0" fmla="*/ 0 w 1073630"/>
              <a:gd name="connsiteY0" fmla="*/ 0 h 1293725"/>
              <a:gd name="connsiteX1" fmla="*/ 1073631 w 1073630"/>
              <a:gd name="connsiteY1" fmla="*/ 0 h 1293725"/>
              <a:gd name="connsiteX2" fmla="*/ 1073631 w 1073630"/>
              <a:gd name="connsiteY2" fmla="*/ 1293726 h 1293725"/>
              <a:gd name="connsiteX3" fmla="*/ 0 w 1073630"/>
              <a:gd name="connsiteY3" fmla="*/ 1293726 h 1293725"/>
            </a:gdLst>
            <a:ahLst/>
            <a:cxnLst>
              <a:cxn ang="0">
                <a:pos x="connsiteX0" y="connsiteY0"/>
              </a:cxn>
              <a:cxn ang="0">
                <a:pos x="connsiteX1" y="connsiteY1"/>
              </a:cxn>
              <a:cxn ang="0">
                <a:pos x="connsiteX2" y="connsiteY2"/>
              </a:cxn>
              <a:cxn ang="0">
                <a:pos x="connsiteX3" y="connsiteY3"/>
              </a:cxn>
            </a:cxnLst>
            <a:rect l="l" t="t" r="r" b="b"/>
            <a:pathLst>
              <a:path w="1073630" h="1293725">
                <a:moveTo>
                  <a:pt x="0" y="0"/>
                </a:moveTo>
                <a:lnTo>
                  <a:pt x="1073631" y="0"/>
                </a:lnTo>
                <a:lnTo>
                  <a:pt x="1073631" y="1293726"/>
                </a:lnTo>
                <a:lnTo>
                  <a:pt x="0" y="1293726"/>
                </a:lnTo>
                <a:close/>
              </a:path>
            </a:pathLst>
          </a:custGeom>
          <a:solidFill>
            <a:srgbClr val="FFFFFF"/>
          </a:solidFill>
          <a:ln w="11087"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D34B4A12-3BBE-B815-3280-DA548B90B7F3}"/>
              </a:ext>
            </a:extLst>
          </p:cNvPr>
          <p:cNvSpPr/>
          <p:nvPr/>
        </p:nvSpPr>
        <p:spPr>
          <a:xfrm rot="810573">
            <a:off x="1373663" y="2577133"/>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chemeClr val="accent1"/>
          </a:solidFill>
          <a:ln w="11087"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1E140BD7-73FE-A749-1B6E-2BEDE94AC340}"/>
              </a:ext>
            </a:extLst>
          </p:cNvPr>
          <p:cNvSpPr/>
          <p:nvPr/>
        </p:nvSpPr>
        <p:spPr>
          <a:xfrm rot="810573">
            <a:off x="1598129" y="2631058"/>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chemeClr val="accent5"/>
          </a:solidFill>
          <a:ln w="11087" cap="flat">
            <a:no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6DB82D01-4971-00CE-6D0C-06243535A99F}"/>
              </a:ext>
            </a:extLst>
          </p:cNvPr>
          <p:cNvSpPr/>
          <p:nvPr/>
        </p:nvSpPr>
        <p:spPr>
          <a:xfrm rot="810573">
            <a:off x="1822604" y="2684991"/>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7D82B8"/>
          </a:solidFill>
          <a:ln w="11087"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F745833A-F5B4-ECA3-EEBF-0D9D532F0AAB}"/>
              </a:ext>
            </a:extLst>
          </p:cNvPr>
          <p:cNvSpPr/>
          <p:nvPr/>
        </p:nvSpPr>
        <p:spPr>
          <a:xfrm rot="810573">
            <a:off x="2047078" y="2738924"/>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613F75"/>
          </a:solidFill>
          <a:ln w="11087"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F2D39CFE-DCC8-92FF-C06B-13E932ECC0F3}"/>
              </a:ext>
            </a:extLst>
          </p:cNvPr>
          <p:cNvSpPr/>
          <p:nvPr/>
        </p:nvSpPr>
        <p:spPr>
          <a:xfrm rot="810573">
            <a:off x="1319144" y="2804044"/>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chemeClr val="accent2"/>
          </a:solidFill>
          <a:ln w="11087"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CD4A5A13-AB1E-7E23-2139-8BC3B18CB6E2}"/>
              </a:ext>
            </a:extLst>
          </p:cNvPr>
          <p:cNvSpPr/>
          <p:nvPr/>
        </p:nvSpPr>
        <p:spPr>
          <a:xfrm rot="810573">
            <a:off x="1543620" y="2857969"/>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chemeClr val="accent4"/>
          </a:solidFill>
          <a:ln w="11087"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D9594C18-CA48-2B85-35AB-296BB9323FCA}"/>
              </a:ext>
            </a:extLst>
          </p:cNvPr>
          <p:cNvSpPr/>
          <p:nvPr/>
        </p:nvSpPr>
        <p:spPr>
          <a:xfrm rot="810573">
            <a:off x="1768083" y="2911907"/>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7D82B8"/>
          </a:solidFill>
          <a:ln w="11087"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3973EF2D-7F12-1E91-416B-4057DBA61316}"/>
              </a:ext>
            </a:extLst>
          </p:cNvPr>
          <p:cNvSpPr/>
          <p:nvPr/>
        </p:nvSpPr>
        <p:spPr>
          <a:xfrm rot="810573">
            <a:off x="1992557" y="2965839"/>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613F75"/>
          </a:solidFill>
          <a:ln w="11087"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CAFF5042-A813-17F4-1500-83547E8D9E6B}"/>
              </a:ext>
            </a:extLst>
          </p:cNvPr>
          <p:cNvSpPr/>
          <p:nvPr/>
        </p:nvSpPr>
        <p:spPr>
          <a:xfrm rot="810573">
            <a:off x="1264623" y="3030959"/>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chemeClr val="accent3"/>
          </a:solidFill>
          <a:ln w="11087"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F8A847D2-41FC-7202-37C2-8721AC78A87A}"/>
              </a:ext>
            </a:extLst>
          </p:cNvPr>
          <p:cNvSpPr/>
          <p:nvPr/>
        </p:nvSpPr>
        <p:spPr>
          <a:xfrm rot="810573">
            <a:off x="1489098" y="3084892"/>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F7A9A8"/>
          </a:solidFill>
          <a:ln w="11087"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735660A7-83B3-1479-2F26-27093EFC27C6}"/>
              </a:ext>
            </a:extLst>
          </p:cNvPr>
          <p:cNvSpPr/>
          <p:nvPr/>
        </p:nvSpPr>
        <p:spPr>
          <a:xfrm rot="810573">
            <a:off x="1713587" y="3138820"/>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7D82B8"/>
          </a:solidFill>
          <a:ln w="11087"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82B5D61-C4D6-77B9-44AD-0544335F1E5E}"/>
              </a:ext>
            </a:extLst>
          </p:cNvPr>
          <p:cNvSpPr/>
          <p:nvPr/>
        </p:nvSpPr>
        <p:spPr>
          <a:xfrm rot="810573">
            <a:off x="1938049" y="3192746"/>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613F75"/>
          </a:solidFill>
          <a:ln w="11087"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7491A783-0652-D383-0B40-086F198F1290}"/>
              </a:ext>
            </a:extLst>
          </p:cNvPr>
          <p:cNvSpPr/>
          <p:nvPr/>
        </p:nvSpPr>
        <p:spPr>
          <a:xfrm rot="810573">
            <a:off x="1210103" y="3257874"/>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chemeClr val="accent4"/>
          </a:solidFill>
          <a:ln w="11087"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31B3456B-1362-EECC-170E-8347D85005C7}"/>
              </a:ext>
            </a:extLst>
          </p:cNvPr>
          <p:cNvSpPr/>
          <p:nvPr/>
        </p:nvSpPr>
        <p:spPr>
          <a:xfrm rot="810573">
            <a:off x="1434576" y="3311807"/>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F7A9A8"/>
          </a:solidFill>
          <a:ln w="11087"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7645ADC1-B267-172D-4277-B18BD48EE052}"/>
              </a:ext>
            </a:extLst>
          </p:cNvPr>
          <p:cNvSpPr/>
          <p:nvPr/>
        </p:nvSpPr>
        <p:spPr>
          <a:xfrm rot="810573">
            <a:off x="1659069" y="3365725"/>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7D82B8"/>
          </a:solidFill>
          <a:ln w="11087"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B66F84A9-C4A9-FDD7-75AE-37E234E4D337}"/>
              </a:ext>
            </a:extLst>
          </p:cNvPr>
          <p:cNvSpPr/>
          <p:nvPr/>
        </p:nvSpPr>
        <p:spPr>
          <a:xfrm rot="810573">
            <a:off x="1883528" y="3419662"/>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613F75"/>
          </a:solidFill>
          <a:ln w="11087"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A97975A2-F113-7958-390C-42DBE898ACFB}"/>
              </a:ext>
            </a:extLst>
          </p:cNvPr>
          <p:cNvSpPr/>
          <p:nvPr/>
        </p:nvSpPr>
        <p:spPr>
          <a:xfrm rot="810573">
            <a:off x="1155593" y="3484792"/>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chemeClr val="accent5"/>
          </a:solidFill>
          <a:ln w="11087"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62DCEF2F-170E-0D8A-2A3E-221E4F3C3750}"/>
              </a:ext>
            </a:extLst>
          </p:cNvPr>
          <p:cNvSpPr/>
          <p:nvPr/>
        </p:nvSpPr>
        <p:spPr>
          <a:xfrm rot="810573">
            <a:off x="1380069" y="3538714"/>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F7A9A8"/>
          </a:solidFill>
          <a:ln w="11087"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6C4DD1E8-75E4-7EF0-B667-976FB09A9B53}"/>
              </a:ext>
            </a:extLst>
          </p:cNvPr>
          <p:cNvSpPr/>
          <p:nvPr/>
        </p:nvSpPr>
        <p:spPr>
          <a:xfrm rot="810573">
            <a:off x="1604543" y="3592647"/>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7D82B8"/>
          </a:solidFill>
          <a:ln w="11087"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5CEE5413-19A8-D6DD-CDCB-00187D0ECBE7}"/>
              </a:ext>
            </a:extLst>
          </p:cNvPr>
          <p:cNvSpPr/>
          <p:nvPr/>
        </p:nvSpPr>
        <p:spPr>
          <a:xfrm rot="810573">
            <a:off x="1829034" y="3646574"/>
            <a:ext cx="190718" cy="190718"/>
          </a:xfrm>
          <a:custGeom>
            <a:avLst/>
            <a:gdLst>
              <a:gd name="connsiteX0" fmla="*/ 0 w 190718"/>
              <a:gd name="connsiteY0" fmla="*/ 0 h 190718"/>
              <a:gd name="connsiteX1" fmla="*/ 190719 w 190718"/>
              <a:gd name="connsiteY1" fmla="*/ 0 h 190718"/>
              <a:gd name="connsiteX2" fmla="*/ 190719 w 190718"/>
              <a:gd name="connsiteY2" fmla="*/ 190719 h 190718"/>
              <a:gd name="connsiteX3" fmla="*/ 0 w 190718"/>
              <a:gd name="connsiteY3" fmla="*/ 190719 h 190718"/>
            </a:gdLst>
            <a:ahLst/>
            <a:cxnLst>
              <a:cxn ang="0">
                <a:pos x="connsiteX0" y="connsiteY0"/>
              </a:cxn>
              <a:cxn ang="0">
                <a:pos x="connsiteX1" y="connsiteY1"/>
              </a:cxn>
              <a:cxn ang="0">
                <a:pos x="connsiteX2" y="connsiteY2"/>
              </a:cxn>
              <a:cxn ang="0">
                <a:pos x="connsiteX3" y="connsiteY3"/>
              </a:cxn>
            </a:cxnLst>
            <a:rect l="l" t="t" r="r" b="b"/>
            <a:pathLst>
              <a:path w="190718" h="190718">
                <a:moveTo>
                  <a:pt x="0" y="0"/>
                </a:moveTo>
                <a:lnTo>
                  <a:pt x="190719" y="0"/>
                </a:lnTo>
                <a:lnTo>
                  <a:pt x="190719" y="190719"/>
                </a:lnTo>
                <a:lnTo>
                  <a:pt x="0" y="190719"/>
                </a:lnTo>
                <a:close/>
              </a:path>
            </a:pathLst>
          </a:custGeom>
          <a:solidFill>
            <a:srgbClr val="613F75"/>
          </a:solidFill>
          <a:ln w="11087"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0B077CFA-9976-B8F4-F19A-08AC0C552DFD}"/>
              </a:ext>
            </a:extLst>
          </p:cNvPr>
          <p:cNvSpPr/>
          <p:nvPr/>
        </p:nvSpPr>
        <p:spPr>
          <a:xfrm>
            <a:off x="3186433" y="4313724"/>
            <a:ext cx="1465158" cy="896246"/>
          </a:xfrm>
          <a:custGeom>
            <a:avLst/>
            <a:gdLst>
              <a:gd name="connsiteX0" fmla="*/ 0 w 1465158"/>
              <a:gd name="connsiteY0" fmla="*/ 595160 h 896246"/>
              <a:gd name="connsiteX1" fmla="*/ 1465159 w 1465158"/>
              <a:gd name="connsiteY1" fmla="*/ 896247 h 896246"/>
              <a:gd name="connsiteX2" fmla="*/ 1322889 w 1465158"/>
              <a:gd name="connsiteY2" fmla="*/ 184898 h 896246"/>
              <a:gd name="connsiteX3" fmla="*/ 640752 w 1465158"/>
              <a:gd name="connsiteY3" fmla="*/ 0 h 896246"/>
            </a:gdLst>
            <a:ahLst/>
            <a:cxnLst>
              <a:cxn ang="0">
                <a:pos x="connsiteX0" y="connsiteY0"/>
              </a:cxn>
              <a:cxn ang="0">
                <a:pos x="connsiteX1" y="connsiteY1"/>
              </a:cxn>
              <a:cxn ang="0">
                <a:pos x="connsiteX2" y="connsiteY2"/>
              </a:cxn>
              <a:cxn ang="0">
                <a:pos x="connsiteX3" y="connsiteY3"/>
              </a:cxn>
            </a:cxnLst>
            <a:rect l="l" t="t" r="r" b="b"/>
            <a:pathLst>
              <a:path w="1465158" h="896246">
                <a:moveTo>
                  <a:pt x="0" y="595160"/>
                </a:moveTo>
                <a:lnTo>
                  <a:pt x="1465159" y="896247"/>
                </a:lnTo>
                <a:lnTo>
                  <a:pt x="1322889" y="184898"/>
                </a:lnTo>
                <a:lnTo>
                  <a:pt x="640752" y="0"/>
                </a:lnTo>
                <a:close/>
              </a:path>
            </a:pathLst>
          </a:custGeom>
          <a:solidFill>
            <a:schemeClr val="accent1"/>
          </a:solidFill>
          <a:ln w="11087"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D8E16B36-B15D-AA0A-790A-F15755A25326}"/>
              </a:ext>
            </a:extLst>
          </p:cNvPr>
          <p:cNvSpPr/>
          <p:nvPr/>
        </p:nvSpPr>
        <p:spPr>
          <a:xfrm>
            <a:off x="4181078" y="4935830"/>
            <a:ext cx="113691" cy="1201229"/>
          </a:xfrm>
          <a:custGeom>
            <a:avLst/>
            <a:gdLst>
              <a:gd name="connsiteX0" fmla="*/ 0 w 113691"/>
              <a:gd name="connsiteY0" fmla="*/ 0 h 1201229"/>
              <a:gd name="connsiteX1" fmla="*/ 113691 w 113691"/>
              <a:gd name="connsiteY1" fmla="*/ 0 h 1201229"/>
              <a:gd name="connsiteX2" fmla="*/ 113691 w 113691"/>
              <a:gd name="connsiteY2" fmla="*/ 1201229 h 1201229"/>
              <a:gd name="connsiteX3" fmla="*/ 0 w 113691"/>
              <a:gd name="connsiteY3" fmla="*/ 1201229 h 1201229"/>
            </a:gdLst>
            <a:ahLst/>
            <a:cxnLst>
              <a:cxn ang="0">
                <a:pos x="connsiteX0" y="connsiteY0"/>
              </a:cxn>
              <a:cxn ang="0">
                <a:pos x="connsiteX1" y="connsiteY1"/>
              </a:cxn>
              <a:cxn ang="0">
                <a:pos x="connsiteX2" y="connsiteY2"/>
              </a:cxn>
              <a:cxn ang="0">
                <a:pos x="connsiteX3" y="connsiteY3"/>
              </a:cxn>
            </a:cxnLst>
            <a:rect l="l" t="t" r="r" b="b"/>
            <a:pathLst>
              <a:path w="113691" h="1201229">
                <a:moveTo>
                  <a:pt x="0" y="0"/>
                </a:moveTo>
                <a:lnTo>
                  <a:pt x="113691" y="0"/>
                </a:lnTo>
                <a:lnTo>
                  <a:pt x="113691" y="1201229"/>
                </a:lnTo>
                <a:lnTo>
                  <a:pt x="0" y="1201229"/>
                </a:lnTo>
                <a:close/>
              </a:path>
            </a:pathLst>
          </a:custGeom>
          <a:solidFill>
            <a:schemeClr val="tx1">
              <a:lumMod val="65000"/>
              <a:lumOff val="35000"/>
            </a:schemeClr>
          </a:solidFill>
          <a:ln w="11087"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91AF9E28-AABF-7FDD-1648-1C6545E56A90}"/>
              </a:ext>
            </a:extLst>
          </p:cNvPr>
          <p:cNvSpPr/>
          <p:nvPr/>
        </p:nvSpPr>
        <p:spPr>
          <a:xfrm>
            <a:off x="3470385" y="2258444"/>
            <a:ext cx="231985" cy="792721"/>
          </a:xfrm>
          <a:custGeom>
            <a:avLst/>
            <a:gdLst>
              <a:gd name="connsiteX0" fmla="*/ 218582 w 231985"/>
              <a:gd name="connsiteY0" fmla="*/ 534285 h 792721"/>
              <a:gd name="connsiteX1" fmla="*/ 230601 w 231985"/>
              <a:gd name="connsiteY1" fmla="*/ 388231 h 792721"/>
              <a:gd name="connsiteX2" fmla="*/ 163101 w 231985"/>
              <a:gd name="connsiteY2" fmla="*/ 153002 h 792721"/>
              <a:gd name="connsiteX3" fmla="*/ 4683 w 231985"/>
              <a:gd name="connsiteY3" fmla="*/ 0 h 792721"/>
              <a:gd name="connsiteX4" fmla="*/ 0 w 231985"/>
              <a:gd name="connsiteY4" fmla="*/ 222 h 792721"/>
              <a:gd name="connsiteX5" fmla="*/ 0 w 231985"/>
              <a:gd name="connsiteY5" fmla="*/ 790035 h 792721"/>
              <a:gd name="connsiteX6" fmla="*/ 1531 w 231985"/>
              <a:gd name="connsiteY6" fmla="*/ 792721 h 792721"/>
              <a:gd name="connsiteX7" fmla="*/ 77899 w 231985"/>
              <a:gd name="connsiteY7" fmla="*/ 737141 h 792721"/>
              <a:gd name="connsiteX8" fmla="*/ 218582 w 231985"/>
              <a:gd name="connsiteY8" fmla="*/ 534285 h 79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985" h="792721">
                <a:moveTo>
                  <a:pt x="218582" y="534285"/>
                </a:moveTo>
                <a:cubicBezTo>
                  <a:pt x="231844" y="487018"/>
                  <a:pt x="233897" y="437208"/>
                  <a:pt x="230601" y="388231"/>
                </a:cubicBezTo>
                <a:cubicBezTo>
                  <a:pt x="225074" y="306126"/>
                  <a:pt x="204309" y="224231"/>
                  <a:pt x="163101" y="153002"/>
                </a:cubicBezTo>
                <a:cubicBezTo>
                  <a:pt x="125811" y="88554"/>
                  <a:pt x="71074" y="33306"/>
                  <a:pt x="4683" y="0"/>
                </a:cubicBezTo>
                <a:cubicBezTo>
                  <a:pt x="1742" y="155"/>
                  <a:pt x="0" y="222"/>
                  <a:pt x="0" y="222"/>
                </a:cubicBezTo>
                <a:lnTo>
                  <a:pt x="0" y="790035"/>
                </a:lnTo>
                <a:lnTo>
                  <a:pt x="1531" y="792721"/>
                </a:lnTo>
                <a:cubicBezTo>
                  <a:pt x="28056" y="775685"/>
                  <a:pt x="53694" y="757384"/>
                  <a:pt x="77899" y="737141"/>
                </a:cubicBezTo>
                <a:cubicBezTo>
                  <a:pt x="141970" y="683514"/>
                  <a:pt x="196008" y="614726"/>
                  <a:pt x="218582" y="534285"/>
                </a:cubicBezTo>
                <a:close/>
              </a:path>
            </a:pathLst>
          </a:custGeom>
          <a:solidFill>
            <a:schemeClr val="bg1">
              <a:lumMod val="95000"/>
            </a:schemeClr>
          </a:solidFill>
          <a:ln w="11087"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431BFFA3-3357-2945-5016-02DF0F41986E}"/>
              </a:ext>
            </a:extLst>
          </p:cNvPr>
          <p:cNvSpPr/>
          <p:nvPr/>
        </p:nvSpPr>
        <p:spPr>
          <a:xfrm>
            <a:off x="3838383" y="1911454"/>
            <a:ext cx="611854" cy="1084385"/>
          </a:xfrm>
          <a:custGeom>
            <a:avLst/>
            <a:gdLst>
              <a:gd name="connsiteX0" fmla="*/ 325015 w 611854"/>
              <a:gd name="connsiteY0" fmla="*/ 571953 h 1084385"/>
              <a:gd name="connsiteX1" fmla="*/ 500968 w 611854"/>
              <a:gd name="connsiteY1" fmla="*/ 1084386 h 1084385"/>
              <a:gd name="connsiteX2" fmla="*/ 607956 w 611854"/>
              <a:gd name="connsiteY2" fmla="*/ 229292 h 1084385"/>
              <a:gd name="connsiteX3" fmla="*/ 582063 w 611854"/>
              <a:gd name="connsiteY3" fmla="*/ 213665 h 1084385"/>
              <a:gd name="connsiteX4" fmla="*/ 517205 w 611854"/>
              <a:gd name="connsiteY4" fmla="*/ 0 h 1084385"/>
              <a:gd name="connsiteX5" fmla="*/ 101317 w 611854"/>
              <a:gd name="connsiteY5" fmla="*/ 0 h 1084385"/>
              <a:gd name="connsiteX6" fmla="*/ 5926 w 611854"/>
              <a:gd name="connsiteY6" fmla="*/ 255639 h 1084385"/>
              <a:gd name="connsiteX7" fmla="*/ 0 w 611854"/>
              <a:gd name="connsiteY7" fmla="*/ 260389 h 1084385"/>
              <a:gd name="connsiteX8" fmla="*/ 325015 w 611854"/>
              <a:gd name="connsiteY8" fmla="*/ 571953 h 108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854" h="1084385">
                <a:moveTo>
                  <a:pt x="325015" y="571953"/>
                </a:moveTo>
                <a:cubicBezTo>
                  <a:pt x="417198" y="728273"/>
                  <a:pt x="465642" y="906379"/>
                  <a:pt x="500968" y="1084386"/>
                </a:cubicBezTo>
                <a:cubicBezTo>
                  <a:pt x="590110" y="813031"/>
                  <a:pt x="624160" y="514852"/>
                  <a:pt x="607956" y="229292"/>
                </a:cubicBezTo>
                <a:cubicBezTo>
                  <a:pt x="599099" y="224719"/>
                  <a:pt x="590387" y="219547"/>
                  <a:pt x="582063" y="213665"/>
                </a:cubicBezTo>
                <a:cubicBezTo>
                  <a:pt x="517205" y="167885"/>
                  <a:pt x="517205" y="0"/>
                  <a:pt x="517205" y="0"/>
                </a:cubicBezTo>
                <a:lnTo>
                  <a:pt x="101317" y="0"/>
                </a:lnTo>
                <a:cubicBezTo>
                  <a:pt x="101317" y="0"/>
                  <a:pt x="97499" y="175509"/>
                  <a:pt x="5926" y="255639"/>
                </a:cubicBezTo>
                <a:cubicBezTo>
                  <a:pt x="4073" y="257260"/>
                  <a:pt x="2009" y="258813"/>
                  <a:pt x="0" y="260389"/>
                </a:cubicBezTo>
                <a:cubicBezTo>
                  <a:pt x="136232" y="325692"/>
                  <a:pt x="247693" y="440837"/>
                  <a:pt x="325015" y="571953"/>
                </a:cubicBezTo>
                <a:close/>
              </a:path>
            </a:pathLst>
          </a:custGeom>
          <a:solidFill>
            <a:schemeClr val="bg1">
              <a:lumMod val="95000"/>
            </a:schemeClr>
          </a:solidFill>
          <a:ln w="11087" cap="flat">
            <a:noFill/>
            <a:prstDash val="solid"/>
            <a:miter/>
          </a:ln>
        </p:spPr>
        <p:txBody>
          <a:bodyPr rtlCol="0" anchor="ctr"/>
          <a:lstStyle/>
          <a:p>
            <a:endParaRPr lang="en-US"/>
          </a:p>
        </p:txBody>
      </p:sp>
      <p:grpSp>
        <p:nvGrpSpPr>
          <p:cNvPr id="72" name="Graphic 3">
            <a:extLst>
              <a:ext uri="{FF2B5EF4-FFF2-40B4-BE49-F238E27FC236}">
                <a16:creationId xmlns:a16="http://schemas.microsoft.com/office/drawing/2014/main" id="{A87D03A3-E504-B00B-0A82-B202D856FF7A}"/>
              </a:ext>
            </a:extLst>
          </p:cNvPr>
          <p:cNvGrpSpPr/>
          <p:nvPr/>
        </p:nvGrpSpPr>
        <p:grpSpPr>
          <a:xfrm>
            <a:off x="3471916" y="2140757"/>
            <a:ext cx="1464293" cy="1714815"/>
            <a:chOff x="3471916" y="2140757"/>
            <a:chExt cx="1464293" cy="1714815"/>
          </a:xfrm>
        </p:grpSpPr>
        <p:sp>
          <p:nvSpPr>
            <p:cNvPr id="73" name="Freeform 72">
              <a:extLst>
                <a:ext uri="{FF2B5EF4-FFF2-40B4-BE49-F238E27FC236}">
                  <a16:creationId xmlns:a16="http://schemas.microsoft.com/office/drawing/2014/main" id="{F577EA66-C543-37EF-A834-6B61A0E029E8}"/>
                </a:ext>
              </a:extLst>
            </p:cNvPr>
            <p:cNvSpPr/>
            <p:nvPr/>
          </p:nvSpPr>
          <p:spPr>
            <a:xfrm>
              <a:off x="3471916" y="2163997"/>
              <a:ext cx="1464293" cy="1429804"/>
            </a:xfrm>
            <a:custGeom>
              <a:avLst/>
              <a:gdLst>
                <a:gd name="connsiteX0" fmla="*/ 764332 w 1464293"/>
                <a:gd name="connsiteY0" fmla="*/ 1428257 h 1429804"/>
                <a:gd name="connsiteX1" fmla="*/ 1104419 w 1464293"/>
                <a:gd name="connsiteY1" fmla="*/ 1406338 h 1429804"/>
                <a:gd name="connsiteX2" fmla="*/ 1261782 w 1464293"/>
                <a:gd name="connsiteY2" fmla="*/ 1354752 h 1429804"/>
                <a:gd name="connsiteX3" fmla="*/ 1337706 w 1464293"/>
                <a:gd name="connsiteY3" fmla="*/ 857758 h 1429804"/>
                <a:gd name="connsiteX4" fmla="*/ 1463616 w 1464293"/>
                <a:gd name="connsiteY4" fmla="*/ 586858 h 1429804"/>
                <a:gd name="connsiteX5" fmla="*/ 1101144 w 1464293"/>
                <a:gd name="connsiteY5" fmla="*/ 10721 h 1429804"/>
                <a:gd name="connsiteX6" fmla="*/ 1036563 w 1464293"/>
                <a:gd name="connsiteY6" fmla="*/ 0 h 1429804"/>
                <a:gd name="connsiteX7" fmla="*/ 839146 w 1464293"/>
                <a:gd name="connsiteY7" fmla="*/ 991204 h 1429804"/>
                <a:gd name="connsiteX8" fmla="*/ 682604 w 1464293"/>
                <a:gd name="connsiteY8" fmla="*/ 413979 h 1429804"/>
                <a:gd name="connsiteX9" fmla="*/ 328034 w 1464293"/>
                <a:gd name="connsiteY9" fmla="*/ 30865 h 1429804"/>
                <a:gd name="connsiteX10" fmla="*/ 3152 w 1464293"/>
                <a:gd name="connsiteY10" fmla="*/ 94447 h 1429804"/>
                <a:gd name="connsiteX11" fmla="*/ 161570 w 1464293"/>
                <a:gd name="connsiteY11" fmla="*/ 247449 h 1429804"/>
                <a:gd name="connsiteX12" fmla="*/ 229070 w 1464293"/>
                <a:gd name="connsiteY12" fmla="*/ 482678 h 1429804"/>
                <a:gd name="connsiteX13" fmla="*/ 217050 w 1464293"/>
                <a:gd name="connsiteY13" fmla="*/ 628732 h 1429804"/>
                <a:gd name="connsiteX14" fmla="*/ 76368 w 1464293"/>
                <a:gd name="connsiteY14" fmla="*/ 831566 h 1429804"/>
                <a:gd name="connsiteX15" fmla="*/ 0 w 1464293"/>
                <a:gd name="connsiteY15" fmla="*/ 887146 h 1429804"/>
                <a:gd name="connsiteX16" fmla="*/ 223931 w 1464293"/>
                <a:gd name="connsiteY16" fmla="*/ 1280205 h 1429804"/>
                <a:gd name="connsiteX17" fmla="*/ 462424 w 1464293"/>
                <a:gd name="connsiteY17" fmla="*/ 1391277 h 1429804"/>
                <a:gd name="connsiteX18" fmla="*/ 764332 w 1464293"/>
                <a:gd name="connsiteY18" fmla="*/ 1428257 h 142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64293" h="1429804">
                  <a:moveTo>
                    <a:pt x="764332" y="1428257"/>
                  </a:moveTo>
                  <a:cubicBezTo>
                    <a:pt x="878156" y="1432119"/>
                    <a:pt x="993047" y="1430110"/>
                    <a:pt x="1104419" y="1406338"/>
                  </a:cubicBezTo>
                  <a:cubicBezTo>
                    <a:pt x="1158390" y="1394818"/>
                    <a:pt x="1211629" y="1377859"/>
                    <a:pt x="1261782" y="1354752"/>
                  </a:cubicBezTo>
                  <a:lnTo>
                    <a:pt x="1337706" y="857758"/>
                  </a:lnTo>
                  <a:cubicBezTo>
                    <a:pt x="1337706" y="857758"/>
                    <a:pt x="1475059" y="674613"/>
                    <a:pt x="1463616" y="586858"/>
                  </a:cubicBezTo>
                  <a:cubicBezTo>
                    <a:pt x="1452174" y="499104"/>
                    <a:pt x="1101144" y="10721"/>
                    <a:pt x="1101144" y="10721"/>
                  </a:cubicBezTo>
                  <a:cubicBezTo>
                    <a:pt x="1101144" y="10721"/>
                    <a:pt x="1072844" y="9422"/>
                    <a:pt x="1036563" y="0"/>
                  </a:cubicBezTo>
                  <a:cubicBezTo>
                    <a:pt x="1057694" y="345158"/>
                    <a:pt x="990638" y="677909"/>
                    <a:pt x="839146" y="991204"/>
                  </a:cubicBezTo>
                  <a:cubicBezTo>
                    <a:pt x="812321" y="792732"/>
                    <a:pt x="771857" y="593262"/>
                    <a:pt x="682604" y="413979"/>
                  </a:cubicBezTo>
                  <a:cubicBezTo>
                    <a:pt x="603816" y="255728"/>
                    <a:pt x="483066" y="113458"/>
                    <a:pt x="328034" y="30865"/>
                  </a:cubicBezTo>
                  <a:cubicBezTo>
                    <a:pt x="222178" y="81229"/>
                    <a:pt x="34560" y="92827"/>
                    <a:pt x="3152" y="94447"/>
                  </a:cubicBezTo>
                  <a:cubicBezTo>
                    <a:pt x="69531" y="127753"/>
                    <a:pt x="124280" y="183001"/>
                    <a:pt x="161570" y="247449"/>
                  </a:cubicBezTo>
                  <a:cubicBezTo>
                    <a:pt x="202778" y="318678"/>
                    <a:pt x="223554" y="400573"/>
                    <a:pt x="229070" y="482678"/>
                  </a:cubicBezTo>
                  <a:cubicBezTo>
                    <a:pt x="232366" y="531655"/>
                    <a:pt x="230313" y="581464"/>
                    <a:pt x="217050" y="628732"/>
                  </a:cubicBezTo>
                  <a:cubicBezTo>
                    <a:pt x="194476" y="709162"/>
                    <a:pt x="140439" y="777961"/>
                    <a:pt x="76368" y="831566"/>
                  </a:cubicBezTo>
                  <a:cubicBezTo>
                    <a:pt x="52162" y="851820"/>
                    <a:pt x="26525" y="870110"/>
                    <a:pt x="0" y="887146"/>
                  </a:cubicBezTo>
                  <a:lnTo>
                    <a:pt x="223931" y="1280205"/>
                  </a:lnTo>
                  <a:cubicBezTo>
                    <a:pt x="293984" y="1333510"/>
                    <a:pt x="376955" y="1369225"/>
                    <a:pt x="462424" y="1391277"/>
                  </a:cubicBezTo>
                  <a:cubicBezTo>
                    <a:pt x="560788" y="1416681"/>
                    <a:pt x="662793" y="1424816"/>
                    <a:pt x="764332" y="1428257"/>
                  </a:cubicBezTo>
                  <a:close/>
                </a:path>
              </a:pathLst>
            </a:custGeom>
            <a:solidFill>
              <a:schemeClr val="accent3"/>
            </a:solidFill>
            <a:ln w="11087"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9882FEFE-332F-E61A-24CA-BA93DAADB9EC}"/>
                </a:ext>
              </a:extLst>
            </p:cNvPr>
            <p:cNvSpPr/>
            <p:nvPr/>
          </p:nvSpPr>
          <p:spPr>
            <a:xfrm>
              <a:off x="3799938" y="2140757"/>
              <a:ext cx="712333" cy="1014455"/>
            </a:xfrm>
            <a:custGeom>
              <a:avLst/>
              <a:gdLst>
                <a:gd name="connsiteX0" fmla="*/ 354570 w 712333"/>
                <a:gd name="connsiteY0" fmla="*/ 437230 h 1014455"/>
                <a:gd name="connsiteX1" fmla="*/ 511112 w 712333"/>
                <a:gd name="connsiteY1" fmla="*/ 1014455 h 1014455"/>
                <a:gd name="connsiteX2" fmla="*/ 708529 w 712333"/>
                <a:gd name="connsiteY2" fmla="*/ 23251 h 1014455"/>
                <a:gd name="connsiteX3" fmla="*/ 646390 w 712333"/>
                <a:gd name="connsiteY3" fmla="*/ 0 h 1014455"/>
                <a:gd name="connsiteX4" fmla="*/ 539402 w 712333"/>
                <a:gd name="connsiteY4" fmla="*/ 855094 h 1014455"/>
                <a:gd name="connsiteX5" fmla="*/ 363449 w 712333"/>
                <a:gd name="connsiteY5" fmla="*/ 342661 h 1014455"/>
                <a:gd name="connsiteX6" fmla="*/ 38434 w 712333"/>
                <a:gd name="connsiteY6" fmla="*/ 31086 h 1014455"/>
                <a:gd name="connsiteX7" fmla="*/ 0 w 712333"/>
                <a:gd name="connsiteY7" fmla="*/ 54116 h 1014455"/>
                <a:gd name="connsiteX8" fmla="*/ 354570 w 712333"/>
                <a:gd name="connsiteY8" fmla="*/ 437230 h 1014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2333" h="1014455">
                  <a:moveTo>
                    <a:pt x="354570" y="437230"/>
                  </a:moveTo>
                  <a:cubicBezTo>
                    <a:pt x="443834" y="616513"/>
                    <a:pt x="484287" y="815983"/>
                    <a:pt x="511112" y="1014455"/>
                  </a:cubicBezTo>
                  <a:cubicBezTo>
                    <a:pt x="662604" y="701160"/>
                    <a:pt x="729661" y="368409"/>
                    <a:pt x="708529" y="23251"/>
                  </a:cubicBezTo>
                  <a:cubicBezTo>
                    <a:pt x="689074" y="18190"/>
                    <a:pt x="667355" y="10832"/>
                    <a:pt x="646390" y="0"/>
                  </a:cubicBezTo>
                  <a:cubicBezTo>
                    <a:pt x="662594" y="285560"/>
                    <a:pt x="628544" y="583739"/>
                    <a:pt x="539402" y="855094"/>
                  </a:cubicBezTo>
                  <a:cubicBezTo>
                    <a:pt x="504076" y="677088"/>
                    <a:pt x="455632" y="498981"/>
                    <a:pt x="363449" y="342661"/>
                  </a:cubicBezTo>
                  <a:cubicBezTo>
                    <a:pt x="286126" y="211545"/>
                    <a:pt x="174677" y="96400"/>
                    <a:pt x="38434" y="31086"/>
                  </a:cubicBezTo>
                  <a:cubicBezTo>
                    <a:pt x="27591" y="39554"/>
                    <a:pt x="14550" y="47190"/>
                    <a:pt x="0" y="54116"/>
                  </a:cubicBezTo>
                  <a:cubicBezTo>
                    <a:pt x="155033" y="136709"/>
                    <a:pt x="275783" y="278979"/>
                    <a:pt x="354570" y="437230"/>
                  </a:cubicBezTo>
                  <a:close/>
                </a:path>
              </a:pathLst>
            </a:custGeom>
            <a:solidFill>
              <a:schemeClr val="accent1"/>
            </a:solidFill>
            <a:ln w="11087"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B97C897A-7BE8-BC1B-BD49-D44DAFCC5FB6}"/>
                </a:ext>
              </a:extLst>
            </p:cNvPr>
            <p:cNvSpPr/>
            <p:nvPr/>
          </p:nvSpPr>
          <p:spPr>
            <a:xfrm>
              <a:off x="3695847" y="3444213"/>
              <a:ext cx="1037850" cy="255928"/>
            </a:xfrm>
            <a:custGeom>
              <a:avLst/>
              <a:gdLst>
                <a:gd name="connsiteX0" fmla="*/ 880498 w 1037850"/>
                <a:gd name="connsiteY0" fmla="*/ 126122 h 255928"/>
                <a:gd name="connsiteX1" fmla="*/ 540412 w 1037850"/>
                <a:gd name="connsiteY1" fmla="*/ 148041 h 255928"/>
                <a:gd name="connsiteX2" fmla="*/ 238492 w 1037850"/>
                <a:gd name="connsiteY2" fmla="*/ 111072 h 255928"/>
                <a:gd name="connsiteX3" fmla="*/ 0 w 1037850"/>
                <a:gd name="connsiteY3" fmla="*/ 0 h 255928"/>
                <a:gd name="connsiteX4" fmla="*/ 65858 w 1037850"/>
                <a:gd name="connsiteY4" fmla="*/ 115600 h 255928"/>
                <a:gd name="connsiteX5" fmla="*/ 488150 w 1037850"/>
                <a:gd name="connsiteY5" fmla="*/ 249702 h 255928"/>
                <a:gd name="connsiteX6" fmla="*/ 854362 w 1037850"/>
                <a:gd name="connsiteY6" fmla="*/ 228204 h 255928"/>
                <a:gd name="connsiteX7" fmla="*/ 1024399 w 1037850"/>
                <a:gd name="connsiteY7" fmla="*/ 162624 h 255928"/>
                <a:gd name="connsiteX8" fmla="*/ 1037850 w 1037850"/>
                <a:gd name="connsiteY8" fmla="*/ 74537 h 255928"/>
                <a:gd name="connsiteX9" fmla="*/ 880498 w 1037850"/>
                <a:gd name="connsiteY9" fmla="*/ 126122 h 2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7850" h="255928">
                  <a:moveTo>
                    <a:pt x="880498" y="126122"/>
                  </a:moveTo>
                  <a:cubicBezTo>
                    <a:pt x="769115" y="149894"/>
                    <a:pt x="654225" y="151892"/>
                    <a:pt x="540412" y="148041"/>
                  </a:cubicBezTo>
                  <a:cubicBezTo>
                    <a:pt x="438873" y="144600"/>
                    <a:pt x="336868" y="136465"/>
                    <a:pt x="238492" y="111072"/>
                  </a:cubicBezTo>
                  <a:cubicBezTo>
                    <a:pt x="153024" y="89020"/>
                    <a:pt x="70053" y="53294"/>
                    <a:pt x="0" y="0"/>
                  </a:cubicBezTo>
                  <a:lnTo>
                    <a:pt x="65858" y="115600"/>
                  </a:lnTo>
                  <a:cubicBezTo>
                    <a:pt x="188472" y="197773"/>
                    <a:pt x="339732" y="235740"/>
                    <a:pt x="488150" y="249702"/>
                  </a:cubicBezTo>
                  <a:cubicBezTo>
                    <a:pt x="610487" y="261211"/>
                    <a:pt x="735210" y="258247"/>
                    <a:pt x="854362" y="228204"/>
                  </a:cubicBezTo>
                  <a:cubicBezTo>
                    <a:pt x="913316" y="213344"/>
                    <a:pt x="970905" y="191546"/>
                    <a:pt x="1024399" y="162624"/>
                  </a:cubicBezTo>
                  <a:lnTo>
                    <a:pt x="1037850" y="74537"/>
                  </a:lnTo>
                  <a:cubicBezTo>
                    <a:pt x="987708" y="97654"/>
                    <a:pt x="934469" y="114613"/>
                    <a:pt x="880498" y="126122"/>
                  </a:cubicBezTo>
                  <a:close/>
                </a:path>
              </a:pathLst>
            </a:custGeom>
            <a:solidFill>
              <a:schemeClr val="accent1"/>
            </a:solidFill>
            <a:ln w="11087"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6BA96DE4-482F-4A54-6843-96BC3A4A2B19}"/>
                </a:ext>
              </a:extLst>
            </p:cNvPr>
            <p:cNvSpPr/>
            <p:nvPr/>
          </p:nvSpPr>
          <p:spPr>
            <a:xfrm>
              <a:off x="3761705" y="3559813"/>
              <a:ext cx="958541" cy="295759"/>
            </a:xfrm>
            <a:custGeom>
              <a:avLst/>
              <a:gdLst>
                <a:gd name="connsiteX0" fmla="*/ 422292 w 958541"/>
                <a:gd name="connsiteY0" fmla="*/ 134101 h 295759"/>
                <a:gd name="connsiteX1" fmla="*/ 0 w 958541"/>
                <a:gd name="connsiteY1" fmla="*/ 0 h 295759"/>
                <a:gd name="connsiteX2" fmla="*/ 23506 w 958541"/>
                <a:gd name="connsiteY2" fmla="*/ 41253 h 295759"/>
                <a:gd name="connsiteX3" fmla="*/ 555716 w 958541"/>
                <a:gd name="connsiteY3" fmla="*/ 295760 h 295759"/>
                <a:gd name="connsiteX4" fmla="*/ 957232 w 958541"/>
                <a:gd name="connsiteY4" fmla="*/ 55569 h 295759"/>
                <a:gd name="connsiteX5" fmla="*/ 958541 w 958541"/>
                <a:gd name="connsiteY5" fmla="*/ 47024 h 295759"/>
                <a:gd name="connsiteX6" fmla="*/ 788504 w 958541"/>
                <a:gd name="connsiteY6" fmla="*/ 112604 h 295759"/>
                <a:gd name="connsiteX7" fmla="*/ 422292 w 958541"/>
                <a:gd name="connsiteY7" fmla="*/ 134101 h 29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8541" h="295759">
                  <a:moveTo>
                    <a:pt x="422292" y="134101"/>
                  </a:moveTo>
                  <a:cubicBezTo>
                    <a:pt x="273863" y="120140"/>
                    <a:pt x="122615" y="82172"/>
                    <a:pt x="0" y="0"/>
                  </a:cubicBezTo>
                  <a:lnTo>
                    <a:pt x="23506" y="41253"/>
                  </a:lnTo>
                  <a:lnTo>
                    <a:pt x="555716" y="295760"/>
                  </a:lnTo>
                  <a:lnTo>
                    <a:pt x="957232" y="55569"/>
                  </a:lnTo>
                  <a:lnTo>
                    <a:pt x="958541" y="47024"/>
                  </a:lnTo>
                  <a:cubicBezTo>
                    <a:pt x="905048" y="75935"/>
                    <a:pt x="847458" y="97732"/>
                    <a:pt x="788504" y="112604"/>
                  </a:cubicBezTo>
                  <a:cubicBezTo>
                    <a:pt x="669352" y="142658"/>
                    <a:pt x="544629" y="145610"/>
                    <a:pt x="422292" y="134101"/>
                  </a:cubicBezTo>
                  <a:close/>
                </a:path>
              </a:pathLst>
            </a:custGeom>
            <a:solidFill>
              <a:srgbClr val="EF798A"/>
            </a:solidFill>
            <a:ln w="11087" cap="flat">
              <a:noFill/>
              <a:prstDash val="solid"/>
              <a:miter/>
            </a:ln>
          </p:spPr>
          <p:txBody>
            <a:bodyPr rtlCol="0" anchor="ctr"/>
            <a:lstStyle/>
            <a:p>
              <a:endParaRPr lang="en-US"/>
            </a:p>
          </p:txBody>
        </p:sp>
      </p:grpSp>
      <p:sp>
        <p:nvSpPr>
          <p:cNvPr id="77" name="Freeform 76">
            <a:extLst>
              <a:ext uri="{FF2B5EF4-FFF2-40B4-BE49-F238E27FC236}">
                <a16:creationId xmlns:a16="http://schemas.microsoft.com/office/drawing/2014/main" id="{E69E9F1A-15BF-F433-7019-A14B94DB11CE}"/>
              </a:ext>
            </a:extLst>
          </p:cNvPr>
          <p:cNvSpPr/>
          <p:nvPr/>
        </p:nvSpPr>
        <p:spPr>
          <a:xfrm>
            <a:off x="3117346" y="3601066"/>
            <a:ext cx="2025691" cy="1651387"/>
          </a:xfrm>
          <a:custGeom>
            <a:avLst/>
            <a:gdLst>
              <a:gd name="connsiteX0" fmla="*/ 667865 w 2025691"/>
              <a:gd name="connsiteY0" fmla="*/ 0 h 1651387"/>
              <a:gd name="connsiteX1" fmla="*/ 1161996 w 2025691"/>
              <a:gd name="connsiteY1" fmla="*/ 108275 h 1651387"/>
              <a:gd name="connsiteX2" fmla="*/ 1601602 w 2025691"/>
              <a:gd name="connsiteY2" fmla="*/ 14317 h 1651387"/>
              <a:gd name="connsiteX3" fmla="*/ 2025692 w 2025691"/>
              <a:gd name="connsiteY3" fmla="*/ 1604221 h 1651387"/>
              <a:gd name="connsiteX4" fmla="*/ 1534257 w 2025691"/>
              <a:gd name="connsiteY4" fmla="*/ 1608893 h 1651387"/>
              <a:gd name="connsiteX5" fmla="*/ 1012025 w 2025691"/>
              <a:gd name="connsiteY5" fmla="*/ 1299083 h 1651387"/>
              <a:gd name="connsiteX6" fmla="*/ 859455 w 2025691"/>
              <a:gd name="connsiteY6" fmla="*/ 1135494 h 1651387"/>
              <a:gd name="connsiteX7" fmla="*/ 720948 w 2025691"/>
              <a:gd name="connsiteY7" fmla="*/ 1112409 h 1651387"/>
              <a:gd name="connsiteX8" fmla="*/ 370729 w 2025691"/>
              <a:gd name="connsiteY8" fmla="*/ 1231849 h 1651387"/>
              <a:gd name="connsiteX9" fmla="*/ 0 w 2025691"/>
              <a:gd name="connsiteY9" fmla="*/ 1283568 h 1651387"/>
              <a:gd name="connsiteX10" fmla="*/ 667865 w 2025691"/>
              <a:gd name="connsiteY10" fmla="*/ 0 h 165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25691" h="1651387">
                <a:moveTo>
                  <a:pt x="667865" y="0"/>
                </a:moveTo>
                <a:cubicBezTo>
                  <a:pt x="691360" y="11320"/>
                  <a:pt x="913749" y="117309"/>
                  <a:pt x="1161996" y="108275"/>
                </a:cubicBezTo>
                <a:cubicBezTo>
                  <a:pt x="1410244" y="99241"/>
                  <a:pt x="1601602" y="14317"/>
                  <a:pt x="1601602" y="14317"/>
                </a:cubicBezTo>
                <a:lnTo>
                  <a:pt x="2025692" y="1604221"/>
                </a:lnTo>
                <a:cubicBezTo>
                  <a:pt x="2025692" y="1604221"/>
                  <a:pt x="1849738" y="1707158"/>
                  <a:pt x="1534257" y="1608893"/>
                </a:cubicBezTo>
                <a:cubicBezTo>
                  <a:pt x="1218776" y="1510629"/>
                  <a:pt x="1012025" y="1299083"/>
                  <a:pt x="1012025" y="1299083"/>
                </a:cubicBezTo>
                <a:lnTo>
                  <a:pt x="859455" y="1135494"/>
                </a:lnTo>
                <a:lnTo>
                  <a:pt x="720948" y="1112409"/>
                </a:lnTo>
                <a:cubicBezTo>
                  <a:pt x="720948" y="1112409"/>
                  <a:pt x="600376" y="1185891"/>
                  <a:pt x="370729" y="1231849"/>
                </a:cubicBezTo>
                <a:cubicBezTo>
                  <a:pt x="141082" y="1277808"/>
                  <a:pt x="0" y="1283568"/>
                  <a:pt x="0" y="1283568"/>
                </a:cubicBezTo>
                <a:lnTo>
                  <a:pt x="667865" y="0"/>
                </a:lnTo>
                <a:close/>
              </a:path>
            </a:pathLst>
          </a:custGeom>
          <a:solidFill>
            <a:schemeClr val="accent3"/>
          </a:solidFill>
          <a:ln w="11087"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294502BC-E613-0972-8A19-B10098640AE5}"/>
              </a:ext>
            </a:extLst>
          </p:cNvPr>
          <p:cNvSpPr/>
          <p:nvPr/>
        </p:nvSpPr>
        <p:spPr>
          <a:xfrm>
            <a:off x="4651592" y="3848548"/>
            <a:ext cx="362094" cy="1402608"/>
          </a:xfrm>
          <a:custGeom>
            <a:avLst/>
            <a:gdLst>
              <a:gd name="connsiteX0" fmla="*/ 0 w 362094"/>
              <a:gd name="connsiteY0" fmla="*/ 0 h 1402608"/>
              <a:gd name="connsiteX1" fmla="*/ 362094 w 362094"/>
              <a:gd name="connsiteY1" fmla="*/ 1396216 h 1402608"/>
              <a:gd name="connsiteX2" fmla="*/ 302352 w 362094"/>
              <a:gd name="connsiteY2" fmla="*/ 1402609 h 1402608"/>
            </a:gdLst>
            <a:ahLst/>
            <a:cxnLst>
              <a:cxn ang="0">
                <a:pos x="connsiteX0" y="connsiteY0"/>
              </a:cxn>
              <a:cxn ang="0">
                <a:pos x="connsiteX1" y="connsiteY1"/>
              </a:cxn>
              <a:cxn ang="0">
                <a:pos x="connsiteX2" y="connsiteY2"/>
              </a:cxn>
            </a:cxnLst>
            <a:rect l="l" t="t" r="r" b="b"/>
            <a:pathLst>
              <a:path w="362094" h="1402608">
                <a:moveTo>
                  <a:pt x="0" y="0"/>
                </a:moveTo>
                <a:lnTo>
                  <a:pt x="362094" y="1396216"/>
                </a:lnTo>
                <a:lnTo>
                  <a:pt x="302352" y="1402609"/>
                </a:lnTo>
                <a:close/>
              </a:path>
            </a:pathLst>
          </a:custGeom>
          <a:solidFill>
            <a:schemeClr val="accent1"/>
          </a:solidFill>
          <a:ln w="11087"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3F33FBD-B8FE-699F-F40F-FC1919CF873B}"/>
              </a:ext>
            </a:extLst>
          </p:cNvPr>
          <p:cNvSpPr/>
          <p:nvPr/>
        </p:nvSpPr>
        <p:spPr>
          <a:xfrm>
            <a:off x="4529832" y="3902896"/>
            <a:ext cx="121760" cy="1307073"/>
          </a:xfrm>
          <a:custGeom>
            <a:avLst/>
            <a:gdLst>
              <a:gd name="connsiteX0" fmla="*/ 121760 w 121760"/>
              <a:gd name="connsiteY0" fmla="*/ 1307074 h 1307073"/>
              <a:gd name="connsiteX1" fmla="*/ 0 w 121760"/>
              <a:gd name="connsiteY1" fmla="*/ 0 h 1307073"/>
              <a:gd name="connsiteX2" fmla="*/ 43516 w 121760"/>
              <a:gd name="connsiteY2" fmla="*/ 1279617 h 1307073"/>
            </a:gdLst>
            <a:ahLst/>
            <a:cxnLst>
              <a:cxn ang="0">
                <a:pos x="connsiteX0" y="connsiteY0"/>
              </a:cxn>
              <a:cxn ang="0">
                <a:pos x="connsiteX1" y="connsiteY1"/>
              </a:cxn>
              <a:cxn ang="0">
                <a:pos x="connsiteX2" y="connsiteY2"/>
              </a:cxn>
            </a:cxnLst>
            <a:rect l="l" t="t" r="r" b="b"/>
            <a:pathLst>
              <a:path w="121760" h="1307073">
                <a:moveTo>
                  <a:pt x="121760" y="1307074"/>
                </a:moveTo>
                <a:lnTo>
                  <a:pt x="0" y="0"/>
                </a:lnTo>
                <a:lnTo>
                  <a:pt x="43516" y="1279617"/>
                </a:lnTo>
                <a:close/>
              </a:path>
            </a:pathLst>
          </a:custGeom>
          <a:solidFill>
            <a:schemeClr val="accent1"/>
          </a:solidFill>
          <a:ln w="11087"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2ED52AC9-5F7B-07E5-B869-2C9E29A52B1D}"/>
              </a:ext>
            </a:extLst>
          </p:cNvPr>
          <p:cNvSpPr/>
          <p:nvPr/>
        </p:nvSpPr>
        <p:spPr>
          <a:xfrm>
            <a:off x="4129359" y="3925370"/>
            <a:ext cx="165409" cy="1040957"/>
          </a:xfrm>
          <a:custGeom>
            <a:avLst/>
            <a:gdLst>
              <a:gd name="connsiteX0" fmla="*/ 165410 w 165409"/>
              <a:gd name="connsiteY0" fmla="*/ 0 h 1040957"/>
              <a:gd name="connsiteX1" fmla="*/ 0 w 165409"/>
              <a:gd name="connsiteY1" fmla="*/ 974790 h 1040957"/>
              <a:gd name="connsiteX2" fmla="*/ 74703 w 165409"/>
              <a:gd name="connsiteY2" fmla="*/ 1040958 h 1040957"/>
            </a:gdLst>
            <a:ahLst/>
            <a:cxnLst>
              <a:cxn ang="0">
                <a:pos x="connsiteX0" y="connsiteY0"/>
              </a:cxn>
              <a:cxn ang="0">
                <a:pos x="connsiteX1" y="connsiteY1"/>
              </a:cxn>
              <a:cxn ang="0">
                <a:pos x="connsiteX2" y="connsiteY2"/>
              </a:cxn>
            </a:cxnLst>
            <a:rect l="l" t="t" r="r" b="b"/>
            <a:pathLst>
              <a:path w="165409" h="1040957">
                <a:moveTo>
                  <a:pt x="165410" y="0"/>
                </a:moveTo>
                <a:lnTo>
                  <a:pt x="0" y="974790"/>
                </a:lnTo>
                <a:lnTo>
                  <a:pt x="74703" y="1040958"/>
                </a:lnTo>
                <a:close/>
              </a:path>
            </a:pathLst>
          </a:custGeom>
          <a:solidFill>
            <a:srgbClr val="EF798A"/>
          </a:solidFill>
          <a:ln w="11087"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8423ADAD-9199-62EE-EA4F-0EBE5EF2101D}"/>
              </a:ext>
            </a:extLst>
          </p:cNvPr>
          <p:cNvSpPr/>
          <p:nvPr/>
        </p:nvSpPr>
        <p:spPr>
          <a:xfrm>
            <a:off x="3761705" y="3855762"/>
            <a:ext cx="306880" cy="895026"/>
          </a:xfrm>
          <a:custGeom>
            <a:avLst/>
            <a:gdLst>
              <a:gd name="connsiteX0" fmla="*/ 306880 w 306880"/>
              <a:gd name="connsiteY0" fmla="*/ 0 h 895026"/>
              <a:gd name="connsiteX1" fmla="*/ 0 w 306880"/>
              <a:gd name="connsiteY1" fmla="*/ 895026 h 895026"/>
              <a:gd name="connsiteX2" fmla="*/ 76567 w 306880"/>
              <a:gd name="connsiteY2" fmla="*/ 857724 h 895026"/>
              <a:gd name="connsiteX3" fmla="*/ 306880 w 306880"/>
              <a:gd name="connsiteY3" fmla="*/ 0 h 895026"/>
            </a:gdLst>
            <a:ahLst/>
            <a:cxnLst>
              <a:cxn ang="0">
                <a:pos x="connsiteX0" y="connsiteY0"/>
              </a:cxn>
              <a:cxn ang="0">
                <a:pos x="connsiteX1" y="connsiteY1"/>
              </a:cxn>
              <a:cxn ang="0">
                <a:pos x="connsiteX2" y="connsiteY2"/>
              </a:cxn>
              <a:cxn ang="0">
                <a:pos x="connsiteX3" y="connsiteY3"/>
              </a:cxn>
            </a:cxnLst>
            <a:rect l="l" t="t" r="r" b="b"/>
            <a:pathLst>
              <a:path w="306880" h="895026">
                <a:moveTo>
                  <a:pt x="306880" y="0"/>
                </a:moveTo>
                <a:cubicBezTo>
                  <a:pt x="303162" y="21919"/>
                  <a:pt x="0" y="895026"/>
                  <a:pt x="0" y="895026"/>
                </a:cubicBezTo>
                <a:lnTo>
                  <a:pt x="76567" y="857724"/>
                </a:lnTo>
                <a:lnTo>
                  <a:pt x="306880" y="0"/>
                </a:lnTo>
                <a:close/>
              </a:path>
            </a:pathLst>
          </a:custGeom>
          <a:solidFill>
            <a:srgbClr val="EF798A"/>
          </a:solidFill>
          <a:ln w="11087"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4E652F34-7E17-81A1-FCA5-0A2FF1934CB8}"/>
              </a:ext>
            </a:extLst>
          </p:cNvPr>
          <p:cNvSpPr/>
          <p:nvPr/>
        </p:nvSpPr>
        <p:spPr>
          <a:xfrm>
            <a:off x="3394927" y="3762680"/>
            <a:ext cx="520212" cy="1087615"/>
          </a:xfrm>
          <a:custGeom>
            <a:avLst/>
            <a:gdLst>
              <a:gd name="connsiteX0" fmla="*/ 520212 w 520212"/>
              <a:gd name="connsiteY0" fmla="*/ 0 h 1087615"/>
              <a:gd name="connsiteX1" fmla="*/ 0 w 520212"/>
              <a:gd name="connsiteY1" fmla="*/ 1087615 h 1087615"/>
              <a:gd name="connsiteX2" fmla="*/ 93126 w 520212"/>
              <a:gd name="connsiteY2" fmla="*/ 1070246 h 1087615"/>
            </a:gdLst>
            <a:ahLst/>
            <a:cxnLst>
              <a:cxn ang="0">
                <a:pos x="connsiteX0" y="connsiteY0"/>
              </a:cxn>
              <a:cxn ang="0">
                <a:pos x="connsiteX1" y="connsiteY1"/>
              </a:cxn>
              <a:cxn ang="0">
                <a:pos x="connsiteX2" y="connsiteY2"/>
              </a:cxn>
            </a:cxnLst>
            <a:rect l="l" t="t" r="r" b="b"/>
            <a:pathLst>
              <a:path w="520212" h="1087615">
                <a:moveTo>
                  <a:pt x="520212" y="0"/>
                </a:moveTo>
                <a:lnTo>
                  <a:pt x="0" y="1087615"/>
                </a:lnTo>
                <a:lnTo>
                  <a:pt x="93126" y="1070246"/>
                </a:lnTo>
                <a:close/>
              </a:path>
            </a:pathLst>
          </a:custGeom>
          <a:solidFill>
            <a:schemeClr val="accent1"/>
          </a:solidFill>
          <a:ln w="11087"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C4E89C75-E302-1038-EB06-4A4D46663D44}"/>
              </a:ext>
            </a:extLst>
          </p:cNvPr>
          <p:cNvSpPr/>
          <p:nvPr/>
        </p:nvSpPr>
        <p:spPr>
          <a:xfrm>
            <a:off x="3939689" y="1911454"/>
            <a:ext cx="415888" cy="103931"/>
          </a:xfrm>
          <a:custGeom>
            <a:avLst/>
            <a:gdLst>
              <a:gd name="connsiteX0" fmla="*/ 415888 w 415888"/>
              <a:gd name="connsiteY0" fmla="*/ 0 h 103931"/>
              <a:gd name="connsiteX1" fmla="*/ 221035 w 415888"/>
              <a:gd name="connsiteY1" fmla="*/ 103925 h 103931"/>
              <a:gd name="connsiteX2" fmla="*/ 0 w 415888"/>
              <a:gd name="connsiteY2" fmla="*/ 0 h 103931"/>
              <a:gd name="connsiteX3" fmla="*/ 415888 w 415888"/>
              <a:gd name="connsiteY3" fmla="*/ 0 h 103931"/>
            </a:gdLst>
            <a:ahLst/>
            <a:cxnLst>
              <a:cxn ang="0">
                <a:pos x="connsiteX0" y="connsiteY0"/>
              </a:cxn>
              <a:cxn ang="0">
                <a:pos x="connsiteX1" y="connsiteY1"/>
              </a:cxn>
              <a:cxn ang="0">
                <a:pos x="connsiteX2" y="connsiteY2"/>
              </a:cxn>
              <a:cxn ang="0">
                <a:pos x="connsiteX3" y="connsiteY3"/>
              </a:cxn>
            </a:cxnLst>
            <a:rect l="l" t="t" r="r" b="b"/>
            <a:pathLst>
              <a:path w="415888" h="103931">
                <a:moveTo>
                  <a:pt x="415888" y="0"/>
                </a:moveTo>
                <a:cubicBezTo>
                  <a:pt x="415888" y="0"/>
                  <a:pt x="372671" y="104902"/>
                  <a:pt x="221035" y="103925"/>
                </a:cubicBezTo>
                <a:cubicBezTo>
                  <a:pt x="69398" y="102948"/>
                  <a:pt x="0" y="0"/>
                  <a:pt x="0" y="0"/>
                </a:cubicBezTo>
                <a:lnTo>
                  <a:pt x="415888" y="0"/>
                </a:lnTo>
                <a:close/>
              </a:path>
            </a:pathLst>
          </a:custGeom>
          <a:solidFill>
            <a:schemeClr val="bg2"/>
          </a:solidFill>
          <a:ln w="11087"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79FA7BEF-6194-5D68-B5BD-8E80969A898B}"/>
              </a:ext>
            </a:extLst>
          </p:cNvPr>
          <p:cNvSpPr/>
          <p:nvPr/>
        </p:nvSpPr>
        <p:spPr>
          <a:xfrm>
            <a:off x="2295314" y="3499167"/>
            <a:ext cx="1592133" cy="1629097"/>
          </a:xfrm>
          <a:custGeom>
            <a:avLst/>
            <a:gdLst>
              <a:gd name="connsiteX0" fmla="*/ 0 w 1592133"/>
              <a:gd name="connsiteY0" fmla="*/ 912689 h 1629097"/>
              <a:gd name="connsiteX1" fmla="*/ 622473 w 1592133"/>
              <a:gd name="connsiteY1" fmla="*/ 1291442 h 1629097"/>
              <a:gd name="connsiteX2" fmla="*/ 1109912 w 1592133"/>
              <a:gd name="connsiteY2" fmla="*/ 507588 h 1629097"/>
              <a:gd name="connsiteX3" fmla="*/ 1109912 w 1592133"/>
              <a:gd name="connsiteY3" fmla="*/ 181530 h 1629097"/>
              <a:gd name="connsiteX4" fmla="*/ 1356928 w 1592133"/>
              <a:gd name="connsiteY4" fmla="*/ 383 h 1629097"/>
              <a:gd name="connsiteX5" fmla="*/ 1356928 w 1592133"/>
              <a:gd name="connsiteY5" fmla="*/ 109069 h 1629097"/>
              <a:gd name="connsiteX6" fmla="*/ 1370545 w 1592133"/>
              <a:gd name="connsiteY6" fmla="*/ 158467 h 1629097"/>
              <a:gd name="connsiteX7" fmla="*/ 1558241 w 1592133"/>
              <a:gd name="connsiteY7" fmla="*/ 81500 h 1629097"/>
              <a:gd name="connsiteX8" fmla="*/ 1568395 w 1592133"/>
              <a:gd name="connsiteY8" fmla="*/ 201707 h 1629097"/>
              <a:gd name="connsiteX9" fmla="*/ 1527765 w 1592133"/>
              <a:gd name="connsiteY9" fmla="*/ 235568 h 1629097"/>
              <a:gd name="connsiteX10" fmla="*/ 1592102 w 1592133"/>
              <a:gd name="connsiteY10" fmla="*/ 338838 h 1629097"/>
              <a:gd name="connsiteX11" fmla="*/ 1541316 w 1592133"/>
              <a:gd name="connsiteY11" fmla="*/ 536910 h 1629097"/>
              <a:gd name="connsiteX12" fmla="*/ 1348316 w 1592133"/>
              <a:gd name="connsiteY12" fmla="*/ 548763 h 1629097"/>
              <a:gd name="connsiteX13" fmla="*/ 847469 w 1592133"/>
              <a:gd name="connsiteY13" fmla="*/ 1629098 h 1629097"/>
              <a:gd name="connsiteX14" fmla="*/ 250834 w 1592133"/>
              <a:gd name="connsiteY14" fmla="*/ 1604581 h 1629097"/>
              <a:gd name="connsiteX15" fmla="*/ 0 w 1592133"/>
              <a:gd name="connsiteY15" fmla="*/ 912689 h 162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2133" h="1629097">
                <a:moveTo>
                  <a:pt x="0" y="912689"/>
                </a:moveTo>
                <a:lnTo>
                  <a:pt x="622473" y="1291442"/>
                </a:lnTo>
                <a:lnTo>
                  <a:pt x="1109912" y="507588"/>
                </a:lnTo>
                <a:cubicBezTo>
                  <a:pt x="1109912" y="507588"/>
                  <a:pt x="1037451" y="290216"/>
                  <a:pt x="1109912" y="181530"/>
                </a:cubicBezTo>
                <a:cubicBezTo>
                  <a:pt x="1182373" y="72844"/>
                  <a:pt x="1337162" y="-6199"/>
                  <a:pt x="1356928" y="383"/>
                </a:cubicBezTo>
                <a:cubicBezTo>
                  <a:pt x="1376683" y="6964"/>
                  <a:pt x="1373398" y="79425"/>
                  <a:pt x="1356928" y="109069"/>
                </a:cubicBezTo>
                <a:cubicBezTo>
                  <a:pt x="1340458" y="138712"/>
                  <a:pt x="1370545" y="158467"/>
                  <a:pt x="1370545" y="158467"/>
                </a:cubicBezTo>
                <a:cubicBezTo>
                  <a:pt x="1370545" y="158467"/>
                  <a:pt x="1531161" y="56107"/>
                  <a:pt x="1558241" y="81500"/>
                </a:cubicBezTo>
                <a:cubicBezTo>
                  <a:pt x="1585332" y="106893"/>
                  <a:pt x="1585332" y="188155"/>
                  <a:pt x="1568395" y="201707"/>
                </a:cubicBezTo>
                <a:cubicBezTo>
                  <a:pt x="1551471" y="215247"/>
                  <a:pt x="1527765" y="235568"/>
                  <a:pt x="1527765" y="235568"/>
                </a:cubicBezTo>
                <a:cubicBezTo>
                  <a:pt x="1527765" y="235568"/>
                  <a:pt x="1593789" y="269429"/>
                  <a:pt x="1592102" y="338838"/>
                </a:cubicBezTo>
                <a:cubicBezTo>
                  <a:pt x="1590404" y="408247"/>
                  <a:pt x="1583634" y="519985"/>
                  <a:pt x="1541316" y="536910"/>
                </a:cubicBezTo>
                <a:cubicBezTo>
                  <a:pt x="1498998" y="553835"/>
                  <a:pt x="1348316" y="548763"/>
                  <a:pt x="1348316" y="548763"/>
                </a:cubicBezTo>
                <a:lnTo>
                  <a:pt x="847469" y="1629098"/>
                </a:lnTo>
                <a:lnTo>
                  <a:pt x="250834" y="1604581"/>
                </a:lnTo>
                <a:lnTo>
                  <a:pt x="0" y="912689"/>
                </a:lnTo>
                <a:close/>
              </a:path>
            </a:pathLst>
          </a:custGeom>
          <a:solidFill>
            <a:srgbClr val="FFC2A1"/>
          </a:solidFill>
          <a:ln w="11087"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C028660B-5564-297D-9003-DC65FB533C69}"/>
              </a:ext>
            </a:extLst>
          </p:cNvPr>
          <p:cNvSpPr/>
          <p:nvPr/>
        </p:nvSpPr>
        <p:spPr>
          <a:xfrm>
            <a:off x="3509617" y="3615394"/>
            <a:ext cx="138418" cy="286670"/>
          </a:xfrm>
          <a:custGeom>
            <a:avLst/>
            <a:gdLst>
              <a:gd name="connsiteX0" fmla="*/ 138419 w 138418"/>
              <a:gd name="connsiteY0" fmla="*/ 0 h 286670"/>
              <a:gd name="connsiteX1" fmla="*/ 114735 w 138418"/>
              <a:gd name="connsiteY1" fmla="*/ 36980 h 286670"/>
              <a:gd name="connsiteX2" fmla="*/ 97077 w 138418"/>
              <a:gd name="connsiteY2" fmla="*/ 50786 h 286670"/>
              <a:gd name="connsiteX3" fmla="*/ 89963 w 138418"/>
              <a:gd name="connsiteY3" fmla="*/ 56146 h 286670"/>
              <a:gd name="connsiteX4" fmla="*/ 91384 w 138418"/>
              <a:gd name="connsiteY4" fmla="*/ 63338 h 286670"/>
              <a:gd name="connsiteX5" fmla="*/ 102893 w 138418"/>
              <a:gd name="connsiteY5" fmla="*/ 151248 h 286670"/>
              <a:gd name="connsiteX6" fmla="*/ 69243 w 138418"/>
              <a:gd name="connsiteY6" fmla="*/ 233265 h 286670"/>
              <a:gd name="connsiteX7" fmla="*/ 0 w 138418"/>
              <a:gd name="connsiteY7" fmla="*/ 286670 h 286670"/>
              <a:gd name="connsiteX8" fmla="*/ 34693 w 138418"/>
              <a:gd name="connsiteY8" fmla="*/ 260822 h 286670"/>
              <a:gd name="connsiteX9" fmla="*/ 62617 w 138418"/>
              <a:gd name="connsiteY9" fmla="*/ 228481 h 286670"/>
              <a:gd name="connsiteX10" fmla="*/ 92349 w 138418"/>
              <a:gd name="connsiteY10" fmla="*/ 149916 h 286670"/>
              <a:gd name="connsiteX11" fmla="*/ 83770 w 138418"/>
              <a:gd name="connsiteY11" fmla="*/ 66246 h 286670"/>
              <a:gd name="connsiteX12" fmla="*/ 83526 w 138418"/>
              <a:gd name="connsiteY12" fmla="*/ 52462 h 286670"/>
              <a:gd name="connsiteX13" fmla="*/ 93726 w 138418"/>
              <a:gd name="connsiteY13" fmla="*/ 45004 h 286670"/>
              <a:gd name="connsiteX14" fmla="*/ 111250 w 138418"/>
              <a:gd name="connsiteY14" fmla="*/ 33151 h 286670"/>
              <a:gd name="connsiteX15" fmla="*/ 138419 w 138418"/>
              <a:gd name="connsiteY15" fmla="*/ 0 h 286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8" h="286670">
                <a:moveTo>
                  <a:pt x="138419" y="0"/>
                </a:moveTo>
                <a:cubicBezTo>
                  <a:pt x="133602" y="13806"/>
                  <a:pt x="125189" y="26370"/>
                  <a:pt x="114735" y="36980"/>
                </a:cubicBezTo>
                <a:cubicBezTo>
                  <a:pt x="109397" y="42185"/>
                  <a:pt x="103470" y="46835"/>
                  <a:pt x="97077" y="50786"/>
                </a:cubicBezTo>
                <a:cubicBezTo>
                  <a:pt x="93825" y="52806"/>
                  <a:pt x="90629" y="54482"/>
                  <a:pt x="89963" y="56146"/>
                </a:cubicBezTo>
                <a:cubicBezTo>
                  <a:pt x="89198" y="57423"/>
                  <a:pt x="89897" y="59998"/>
                  <a:pt x="91384" y="63338"/>
                </a:cubicBezTo>
                <a:cubicBezTo>
                  <a:pt x="102826" y="90884"/>
                  <a:pt x="106655" y="121560"/>
                  <a:pt x="102893" y="151248"/>
                </a:cubicBezTo>
                <a:cubicBezTo>
                  <a:pt x="99130" y="180947"/>
                  <a:pt x="87566" y="209759"/>
                  <a:pt x="69243" y="233265"/>
                </a:cubicBezTo>
                <a:cubicBezTo>
                  <a:pt x="51241" y="256949"/>
                  <a:pt x="27102" y="275783"/>
                  <a:pt x="0" y="286670"/>
                </a:cubicBezTo>
                <a:cubicBezTo>
                  <a:pt x="12452" y="279101"/>
                  <a:pt x="24383" y="270855"/>
                  <a:pt x="34693" y="260822"/>
                </a:cubicBezTo>
                <a:cubicBezTo>
                  <a:pt x="45303" y="251166"/>
                  <a:pt x="54715" y="240312"/>
                  <a:pt x="62617" y="228481"/>
                </a:cubicBezTo>
                <a:cubicBezTo>
                  <a:pt x="78554" y="204942"/>
                  <a:pt x="88998" y="177984"/>
                  <a:pt x="92349" y="149916"/>
                </a:cubicBezTo>
                <a:cubicBezTo>
                  <a:pt x="96134" y="121915"/>
                  <a:pt x="92860" y="93115"/>
                  <a:pt x="83770" y="66246"/>
                </a:cubicBezTo>
                <a:cubicBezTo>
                  <a:pt x="82750" y="63050"/>
                  <a:pt x="80474" y="57833"/>
                  <a:pt x="83526" y="52462"/>
                </a:cubicBezTo>
                <a:cubicBezTo>
                  <a:pt x="86734" y="47701"/>
                  <a:pt x="90918" y="46768"/>
                  <a:pt x="93726" y="45004"/>
                </a:cubicBezTo>
                <a:cubicBezTo>
                  <a:pt x="99963" y="41730"/>
                  <a:pt x="105790" y="37679"/>
                  <a:pt x="111250" y="33151"/>
                </a:cubicBezTo>
                <a:cubicBezTo>
                  <a:pt x="122404" y="24250"/>
                  <a:pt x="131427" y="12774"/>
                  <a:pt x="138419" y="0"/>
                </a:cubicBezTo>
                <a:close/>
              </a:path>
            </a:pathLst>
          </a:custGeom>
          <a:solidFill>
            <a:srgbClr val="613F75"/>
          </a:solidFill>
          <a:ln w="11087"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818B86E0-F762-CB2E-1771-C6800BF79C69}"/>
              </a:ext>
            </a:extLst>
          </p:cNvPr>
          <p:cNvSpPr/>
          <p:nvPr/>
        </p:nvSpPr>
        <p:spPr>
          <a:xfrm>
            <a:off x="3638772" y="3656003"/>
            <a:ext cx="188401" cy="111792"/>
          </a:xfrm>
          <a:custGeom>
            <a:avLst/>
            <a:gdLst>
              <a:gd name="connsiteX0" fmla="*/ 27809 w 188401"/>
              <a:gd name="connsiteY0" fmla="*/ 0 h 111792"/>
              <a:gd name="connsiteX1" fmla="*/ 9552 w 188401"/>
              <a:gd name="connsiteY1" fmla="*/ 60220 h 111792"/>
              <a:gd name="connsiteX2" fmla="*/ 26898 w 188401"/>
              <a:gd name="connsiteY2" fmla="*/ 86523 h 111792"/>
              <a:gd name="connsiteX3" fmla="*/ 55654 w 188401"/>
              <a:gd name="connsiteY3" fmla="*/ 99363 h 111792"/>
              <a:gd name="connsiteX4" fmla="*/ 122322 w 188401"/>
              <a:gd name="connsiteY4" fmla="*/ 96766 h 111792"/>
              <a:gd name="connsiteX5" fmla="*/ 188402 w 188401"/>
              <a:gd name="connsiteY5" fmla="*/ 77311 h 111792"/>
              <a:gd name="connsiteX6" fmla="*/ 124309 w 188401"/>
              <a:gd name="connsiteY6" fmla="*/ 104824 h 111792"/>
              <a:gd name="connsiteX7" fmla="*/ 53657 w 188401"/>
              <a:gd name="connsiteY7" fmla="*/ 109807 h 111792"/>
              <a:gd name="connsiteX8" fmla="*/ 20262 w 188401"/>
              <a:gd name="connsiteY8" fmla="*/ 94058 h 111792"/>
              <a:gd name="connsiteX9" fmla="*/ 1561 w 188401"/>
              <a:gd name="connsiteY9" fmla="*/ 62362 h 111792"/>
              <a:gd name="connsiteX10" fmla="*/ 27809 w 188401"/>
              <a:gd name="connsiteY10" fmla="*/ 0 h 11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8401" h="111792">
                <a:moveTo>
                  <a:pt x="27809" y="0"/>
                </a:moveTo>
                <a:cubicBezTo>
                  <a:pt x="10218" y="15160"/>
                  <a:pt x="3159" y="39810"/>
                  <a:pt x="9552" y="60220"/>
                </a:cubicBezTo>
                <a:cubicBezTo>
                  <a:pt x="12815" y="70419"/>
                  <a:pt x="18763" y="79775"/>
                  <a:pt x="26898" y="86523"/>
                </a:cubicBezTo>
                <a:cubicBezTo>
                  <a:pt x="34845" y="93448"/>
                  <a:pt x="44911" y="97432"/>
                  <a:pt x="55654" y="99363"/>
                </a:cubicBezTo>
                <a:cubicBezTo>
                  <a:pt x="77329" y="103281"/>
                  <a:pt x="100203" y="101461"/>
                  <a:pt x="122322" y="96766"/>
                </a:cubicBezTo>
                <a:cubicBezTo>
                  <a:pt x="144530" y="91983"/>
                  <a:pt x="166438" y="84703"/>
                  <a:pt x="188402" y="77311"/>
                </a:cubicBezTo>
                <a:cubicBezTo>
                  <a:pt x="168114" y="88465"/>
                  <a:pt x="146983" y="98476"/>
                  <a:pt x="124309" y="104824"/>
                </a:cubicBezTo>
                <a:cubicBezTo>
                  <a:pt x="101735" y="111339"/>
                  <a:pt x="77585" y="113924"/>
                  <a:pt x="53657" y="109807"/>
                </a:cubicBezTo>
                <a:cubicBezTo>
                  <a:pt x="41804" y="107499"/>
                  <a:pt x="29573" y="102682"/>
                  <a:pt x="20262" y="94058"/>
                </a:cubicBezTo>
                <a:cubicBezTo>
                  <a:pt x="11028" y="85568"/>
                  <a:pt x="4324" y="74459"/>
                  <a:pt x="1561" y="62362"/>
                </a:cubicBezTo>
                <a:cubicBezTo>
                  <a:pt x="-4498" y="37901"/>
                  <a:pt x="7676" y="11675"/>
                  <a:pt x="27809" y="0"/>
                </a:cubicBezTo>
                <a:close/>
              </a:path>
            </a:pathLst>
          </a:custGeom>
          <a:solidFill>
            <a:srgbClr val="613F75"/>
          </a:solidFill>
          <a:ln w="11087"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9A6E7CE0-1946-FCE2-B125-E0B683FC61D5}"/>
              </a:ext>
            </a:extLst>
          </p:cNvPr>
          <p:cNvSpPr/>
          <p:nvPr/>
        </p:nvSpPr>
        <p:spPr>
          <a:xfrm>
            <a:off x="3588970" y="3753801"/>
            <a:ext cx="84302" cy="291864"/>
          </a:xfrm>
          <a:custGeom>
            <a:avLst/>
            <a:gdLst>
              <a:gd name="connsiteX0" fmla="*/ 84303 w 84302"/>
              <a:gd name="connsiteY0" fmla="*/ 0 h 291864"/>
              <a:gd name="connsiteX1" fmla="*/ 48910 w 84302"/>
              <a:gd name="connsiteY1" fmla="*/ 21642 h 291864"/>
              <a:gd name="connsiteX2" fmla="*/ 25570 w 84302"/>
              <a:gd name="connsiteY2" fmla="*/ 55347 h 291864"/>
              <a:gd name="connsiteX3" fmla="*/ 10710 w 84302"/>
              <a:gd name="connsiteY3" fmla="*/ 136410 h 291864"/>
              <a:gd name="connsiteX4" fmla="*/ 16658 w 84302"/>
              <a:gd name="connsiteY4" fmla="*/ 219670 h 291864"/>
              <a:gd name="connsiteX5" fmla="*/ 30975 w 84302"/>
              <a:gd name="connsiteY5" fmla="*/ 258580 h 291864"/>
              <a:gd name="connsiteX6" fmla="*/ 56368 w 84302"/>
              <a:gd name="connsiteY6" fmla="*/ 291864 h 291864"/>
              <a:gd name="connsiteX7" fmla="*/ 26492 w 84302"/>
              <a:gd name="connsiteY7" fmla="*/ 261233 h 291864"/>
              <a:gd name="connsiteX8" fmla="*/ 8745 w 84302"/>
              <a:gd name="connsiteY8" fmla="*/ 221723 h 291864"/>
              <a:gd name="connsiteX9" fmla="*/ 89 w 84302"/>
              <a:gd name="connsiteY9" fmla="*/ 136144 h 291864"/>
              <a:gd name="connsiteX10" fmla="*/ 18257 w 84302"/>
              <a:gd name="connsiteY10" fmla="*/ 51763 h 291864"/>
              <a:gd name="connsiteX11" fmla="*/ 45448 w 84302"/>
              <a:gd name="connsiteY11" fmla="*/ 17768 h 291864"/>
              <a:gd name="connsiteX12" fmla="*/ 84303 w 84302"/>
              <a:gd name="connsiteY12" fmla="*/ 0 h 29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302" h="291864">
                <a:moveTo>
                  <a:pt x="84303" y="0"/>
                </a:moveTo>
                <a:cubicBezTo>
                  <a:pt x="70718" y="4228"/>
                  <a:pt x="58588" y="11764"/>
                  <a:pt x="48910" y="21642"/>
                </a:cubicBezTo>
                <a:cubicBezTo>
                  <a:pt x="39011" y="31264"/>
                  <a:pt x="31153" y="42862"/>
                  <a:pt x="25570" y="55347"/>
                </a:cubicBezTo>
                <a:cubicBezTo>
                  <a:pt x="14472" y="80530"/>
                  <a:pt x="11276" y="108520"/>
                  <a:pt x="10710" y="136410"/>
                </a:cubicBezTo>
                <a:cubicBezTo>
                  <a:pt x="10044" y="164467"/>
                  <a:pt x="10654" y="192590"/>
                  <a:pt x="16658" y="219670"/>
                </a:cubicBezTo>
                <a:cubicBezTo>
                  <a:pt x="19633" y="233187"/>
                  <a:pt x="24361" y="246350"/>
                  <a:pt x="30975" y="258580"/>
                </a:cubicBezTo>
                <a:cubicBezTo>
                  <a:pt x="37301" y="270988"/>
                  <a:pt x="45936" y="282220"/>
                  <a:pt x="56368" y="291864"/>
                </a:cubicBezTo>
                <a:cubicBezTo>
                  <a:pt x="44404" y="284095"/>
                  <a:pt x="34571" y="273186"/>
                  <a:pt x="26492" y="261233"/>
                </a:cubicBezTo>
                <a:cubicBezTo>
                  <a:pt x="18678" y="249069"/>
                  <a:pt x="12841" y="235629"/>
                  <a:pt x="8745" y="221723"/>
                </a:cubicBezTo>
                <a:cubicBezTo>
                  <a:pt x="544" y="193766"/>
                  <a:pt x="-344" y="164600"/>
                  <a:pt x="89" y="136144"/>
                </a:cubicBezTo>
                <a:cubicBezTo>
                  <a:pt x="932" y="107665"/>
                  <a:pt x="4539" y="77933"/>
                  <a:pt x="18257" y="51763"/>
                </a:cubicBezTo>
                <a:cubicBezTo>
                  <a:pt x="25160" y="38844"/>
                  <a:pt x="34271" y="27113"/>
                  <a:pt x="45448" y="17768"/>
                </a:cubicBezTo>
                <a:cubicBezTo>
                  <a:pt x="56779" y="8734"/>
                  <a:pt x="70130" y="1887"/>
                  <a:pt x="84303" y="0"/>
                </a:cubicBezTo>
                <a:close/>
              </a:path>
            </a:pathLst>
          </a:custGeom>
          <a:solidFill>
            <a:srgbClr val="613F75"/>
          </a:solidFill>
          <a:ln w="11087"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43D9CE07-1790-AC94-9776-554924C6689E}"/>
              </a:ext>
            </a:extLst>
          </p:cNvPr>
          <p:cNvSpPr/>
          <p:nvPr/>
        </p:nvSpPr>
        <p:spPr>
          <a:xfrm>
            <a:off x="3595873" y="3790792"/>
            <a:ext cx="288667" cy="64792"/>
          </a:xfrm>
          <a:custGeom>
            <a:avLst/>
            <a:gdLst>
              <a:gd name="connsiteX0" fmla="*/ 0 w 288667"/>
              <a:gd name="connsiteY0" fmla="*/ 64792 h 64792"/>
              <a:gd name="connsiteX1" fmla="*/ 70397 w 288667"/>
              <a:gd name="connsiteY1" fmla="*/ 41430 h 64792"/>
              <a:gd name="connsiteX2" fmla="*/ 142203 w 288667"/>
              <a:gd name="connsiteY2" fmla="*/ 22907 h 64792"/>
              <a:gd name="connsiteX3" fmla="*/ 215030 w 288667"/>
              <a:gd name="connsiteY3" fmla="*/ 8945 h 64792"/>
              <a:gd name="connsiteX4" fmla="*/ 288668 w 288667"/>
              <a:gd name="connsiteY4" fmla="*/ 0 h 64792"/>
              <a:gd name="connsiteX5" fmla="*/ 216584 w 288667"/>
              <a:gd name="connsiteY5" fmla="*/ 16980 h 64792"/>
              <a:gd name="connsiteX6" fmla="*/ 144534 w 288667"/>
              <a:gd name="connsiteY6" fmla="*/ 33273 h 64792"/>
              <a:gd name="connsiteX7" fmla="*/ 72428 w 288667"/>
              <a:gd name="connsiteY7" fmla="*/ 49310 h 64792"/>
              <a:gd name="connsiteX8" fmla="*/ 0 w 288667"/>
              <a:gd name="connsiteY8" fmla="*/ 64792 h 6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667" h="64792">
                <a:moveTo>
                  <a:pt x="0" y="64792"/>
                </a:moveTo>
                <a:cubicBezTo>
                  <a:pt x="23096" y="55858"/>
                  <a:pt x="46669" y="48378"/>
                  <a:pt x="70397" y="41430"/>
                </a:cubicBezTo>
                <a:cubicBezTo>
                  <a:pt x="94092" y="34360"/>
                  <a:pt x="118109" y="28456"/>
                  <a:pt x="142203" y="22907"/>
                </a:cubicBezTo>
                <a:cubicBezTo>
                  <a:pt x="166353" y="17613"/>
                  <a:pt x="190581" y="12685"/>
                  <a:pt x="215030" y="8945"/>
                </a:cubicBezTo>
                <a:cubicBezTo>
                  <a:pt x="239458" y="5094"/>
                  <a:pt x="263963" y="1776"/>
                  <a:pt x="288668" y="0"/>
                </a:cubicBezTo>
                <a:cubicBezTo>
                  <a:pt x="264674" y="6137"/>
                  <a:pt x="240601" y="11464"/>
                  <a:pt x="216584" y="16980"/>
                </a:cubicBezTo>
                <a:lnTo>
                  <a:pt x="144534" y="33273"/>
                </a:lnTo>
                <a:lnTo>
                  <a:pt x="72428" y="49310"/>
                </a:lnTo>
                <a:cubicBezTo>
                  <a:pt x="48355" y="54593"/>
                  <a:pt x="24317" y="60064"/>
                  <a:pt x="0" y="64792"/>
                </a:cubicBezTo>
                <a:close/>
              </a:path>
            </a:pathLst>
          </a:custGeom>
          <a:solidFill>
            <a:srgbClr val="613F75"/>
          </a:solidFill>
          <a:ln w="11087"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90464882-B227-34CC-BBD8-DDD43ABD846F}"/>
              </a:ext>
            </a:extLst>
          </p:cNvPr>
          <p:cNvSpPr/>
          <p:nvPr/>
        </p:nvSpPr>
        <p:spPr>
          <a:xfrm>
            <a:off x="3595663" y="3925370"/>
            <a:ext cx="283085" cy="28600"/>
          </a:xfrm>
          <a:custGeom>
            <a:avLst/>
            <a:gdLst>
              <a:gd name="connsiteX0" fmla="*/ 0 w 283085"/>
              <a:gd name="connsiteY0" fmla="*/ 24805 h 28600"/>
              <a:gd name="connsiteX1" fmla="*/ 71051 w 283085"/>
              <a:gd name="connsiteY1" fmla="*/ 20443 h 28600"/>
              <a:gd name="connsiteX2" fmla="*/ 141770 w 283085"/>
              <a:gd name="connsiteY2" fmla="*/ 14983 h 28600"/>
              <a:gd name="connsiteX3" fmla="*/ 212356 w 283085"/>
              <a:gd name="connsiteY3" fmla="*/ 8046 h 28600"/>
              <a:gd name="connsiteX4" fmla="*/ 283085 w 283085"/>
              <a:gd name="connsiteY4" fmla="*/ 0 h 28600"/>
              <a:gd name="connsiteX5" fmla="*/ 213521 w 283085"/>
              <a:gd name="connsiteY5" fmla="*/ 16137 h 28600"/>
              <a:gd name="connsiteX6" fmla="*/ 142691 w 283085"/>
              <a:gd name="connsiteY6" fmla="*/ 25560 h 28600"/>
              <a:gd name="connsiteX7" fmla="*/ 71307 w 283085"/>
              <a:gd name="connsiteY7" fmla="*/ 28578 h 28600"/>
              <a:gd name="connsiteX8" fmla="*/ 0 w 283085"/>
              <a:gd name="connsiteY8" fmla="*/ 24805 h 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085" h="28600">
                <a:moveTo>
                  <a:pt x="0" y="24805"/>
                </a:moveTo>
                <a:lnTo>
                  <a:pt x="71051" y="20443"/>
                </a:lnTo>
                <a:cubicBezTo>
                  <a:pt x="94658" y="18723"/>
                  <a:pt x="118242" y="17169"/>
                  <a:pt x="141770" y="14983"/>
                </a:cubicBezTo>
                <a:cubicBezTo>
                  <a:pt x="165321" y="13040"/>
                  <a:pt x="188816" y="10466"/>
                  <a:pt x="212356" y="8046"/>
                </a:cubicBezTo>
                <a:lnTo>
                  <a:pt x="283085" y="0"/>
                </a:lnTo>
                <a:cubicBezTo>
                  <a:pt x="260256" y="6848"/>
                  <a:pt x="236961" y="11897"/>
                  <a:pt x="213521" y="16137"/>
                </a:cubicBezTo>
                <a:cubicBezTo>
                  <a:pt x="190092" y="20476"/>
                  <a:pt x="166420" y="23362"/>
                  <a:pt x="142691" y="25560"/>
                </a:cubicBezTo>
                <a:cubicBezTo>
                  <a:pt x="118952" y="27502"/>
                  <a:pt x="95135" y="28789"/>
                  <a:pt x="71307" y="28578"/>
                </a:cubicBezTo>
                <a:cubicBezTo>
                  <a:pt x="47490" y="28490"/>
                  <a:pt x="23673" y="27568"/>
                  <a:pt x="0" y="24805"/>
                </a:cubicBezTo>
                <a:close/>
              </a:path>
            </a:pathLst>
          </a:custGeom>
          <a:solidFill>
            <a:srgbClr val="613F75"/>
          </a:solidFill>
          <a:ln w="11087" cap="flat">
            <a:noFill/>
            <a:prstDash val="solid"/>
            <a:miter/>
          </a:ln>
        </p:spPr>
        <p:txBody>
          <a:bodyPr rtlCol="0" anchor="ctr"/>
          <a:lstStyle/>
          <a:p>
            <a:endParaRPr lang="en-US"/>
          </a:p>
        </p:txBody>
      </p:sp>
      <p:grpSp>
        <p:nvGrpSpPr>
          <p:cNvPr id="92" name="Graphic 3">
            <a:extLst>
              <a:ext uri="{FF2B5EF4-FFF2-40B4-BE49-F238E27FC236}">
                <a16:creationId xmlns:a16="http://schemas.microsoft.com/office/drawing/2014/main" id="{1E8F71F2-1F16-5A36-39E8-96C673CEBD80}"/>
              </a:ext>
            </a:extLst>
          </p:cNvPr>
          <p:cNvGrpSpPr/>
          <p:nvPr/>
        </p:nvGrpSpPr>
        <p:grpSpPr>
          <a:xfrm>
            <a:off x="3623342" y="3444424"/>
            <a:ext cx="293084" cy="218548"/>
            <a:chOff x="3623342" y="3444424"/>
            <a:chExt cx="293084" cy="218548"/>
          </a:xfrm>
        </p:grpSpPr>
        <p:sp>
          <p:nvSpPr>
            <p:cNvPr id="93" name="Freeform 92">
              <a:extLst>
                <a:ext uri="{FF2B5EF4-FFF2-40B4-BE49-F238E27FC236}">
                  <a16:creationId xmlns:a16="http://schemas.microsoft.com/office/drawing/2014/main" id="{2160D43F-C9CA-065A-5E34-0E42839AE20C}"/>
                </a:ext>
              </a:extLst>
            </p:cNvPr>
            <p:cNvSpPr/>
            <p:nvPr/>
          </p:nvSpPr>
          <p:spPr>
            <a:xfrm>
              <a:off x="3623342" y="3601066"/>
              <a:ext cx="61895" cy="61906"/>
            </a:xfrm>
            <a:custGeom>
              <a:avLst/>
              <a:gdLst>
                <a:gd name="connsiteX0" fmla="*/ 61895 w 61895"/>
                <a:gd name="connsiteY0" fmla="*/ 30953 h 61906"/>
                <a:gd name="connsiteX1" fmla="*/ 30953 w 61895"/>
                <a:gd name="connsiteY1" fmla="*/ 61906 h 61906"/>
                <a:gd name="connsiteX2" fmla="*/ 0 w 61895"/>
                <a:gd name="connsiteY2" fmla="*/ 30953 h 61906"/>
                <a:gd name="connsiteX3" fmla="*/ 30953 w 61895"/>
                <a:gd name="connsiteY3" fmla="*/ 0 h 61906"/>
                <a:gd name="connsiteX4" fmla="*/ 61895 w 61895"/>
                <a:gd name="connsiteY4" fmla="*/ 30953 h 61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95" h="61906">
                  <a:moveTo>
                    <a:pt x="61895" y="30953"/>
                  </a:moveTo>
                  <a:cubicBezTo>
                    <a:pt x="61895" y="48045"/>
                    <a:pt x="48045" y="61906"/>
                    <a:pt x="30953" y="61906"/>
                  </a:cubicBezTo>
                  <a:cubicBezTo>
                    <a:pt x="13862" y="61906"/>
                    <a:pt x="0" y="48045"/>
                    <a:pt x="0" y="30953"/>
                  </a:cubicBezTo>
                  <a:cubicBezTo>
                    <a:pt x="0" y="13862"/>
                    <a:pt x="13862" y="0"/>
                    <a:pt x="30953" y="0"/>
                  </a:cubicBezTo>
                  <a:cubicBezTo>
                    <a:pt x="48045" y="0"/>
                    <a:pt x="61895" y="13862"/>
                    <a:pt x="61895" y="30953"/>
                  </a:cubicBezTo>
                  <a:close/>
                </a:path>
              </a:pathLst>
            </a:custGeom>
            <a:solidFill>
              <a:srgbClr val="613F75"/>
            </a:solidFill>
            <a:ln w="11087"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868B1D5B-2799-E523-3993-2D6DA563E8DB}"/>
                </a:ext>
              </a:extLst>
            </p:cNvPr>
            <p:cNvSpPr/>
            <p:nvPr/>
          </p:nvSpPr>
          <p:spPr>
            <a:xfrm>
              <a:off x="3653973" y="3444424"/>
              <a:ext cx="262453" cy="188027"/>
            </a:xfrm>
            <a:custGeom>
              <a:avLst/>
              <a:gdLst>
                <a:gd name="connsiteX0" fmla="*/ 262453 w 262453"/>
                <a:gd name="connsiteY0" fmla="*/ 866 h 188027"/>
                <a:gd name="connsiteX1" fmla="*/ 133702 w 262453"/>
                <a:gd name="connsiteY1" fmla="*/ 97477 h 188027"/>
                <a:gd name="connsiteX2" fmla="*/ 68865 w 262453"/>
                <a:gd name="connsiteY2" fmla="*/ 145133 h 188027"/>
                <a:gd name="connsiteX3" fmla="*/ 622 w 262453"/>
                <a:gd name="connsiteY3" fmla="*/ 188028 h 188027"/>
                <a:gd name="connsiteX4" fmla="*/ 0 w 262453"/>
                <a:gd name="connsiteY4" fmla="*/ 187162 h 188027"/>
                <a:gd name="connsiteX5" fmla="*/ 62672 w 262453"/>
                <a:gd name="connsiteY5" fmla="*/ 136476 h 188027"/>
                <a:gd name="connsiteX6" fmla="*/ 128752 w 262453"/>
                <a:gd name="connsiteY6" fmla="*/ 90551 h 188027"/>
                <a:gd name="connsiteX7" fmla="*/ 261832 w 262453"/>
                <a:gd name="connsiteY7" fmla="*/ 0 h 188027"/>
                <a:gd name="connsiteX8" fmla="*/ 262453 w 262453"/>
                <a:gd name="connsiteY8" fmla="*/ 866 h 188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453" h="188027">
                  <a:moveTo>
                    <a:pt x="262453" y="866"/>
                  </a:moveTo>
                  <a:cubicBezTo>
                    <a:pt x="219714" y="33306"/>
                    <a:pt x="176785" y="65514"/>
                    <a:pt x="133702" y="97477"/>
                  </a:cubicBezTo>
                  <a:cubicBezTo>
                    <a:pt x="112215" y="113536"/>
                    <a:pt x="91084" y="130106"/>
                    <a:pt x="68865" y="145133"/>
                  </a:cubicBezTo>
                  <a:cubicBezTo>
                    <a:pt x="46480" y="159938"/>
                    <a:pt x="24217" y="174910"/>
                    <a:pt x="622" y="188028"/>
                  </a:cubicBezTo>
                  <a:lnTo>
                    <a:pt x="0" y="187162"/>
                  </a:lnTo>
                  <a:cubicBezTo>
                    <a:pt x="20044" y="169083"/>
                    <a:pt x="41419" y="152868"/>
                    <a:pt x="62672" y="136476"/>
                  </a:cubicBezTo>
                  <a:cubicBezTo>
                    <a:pt x="84092" y="120317"/>
                    <a:pt x="106599" y="105678"/>
                    <a:pt x="128752" y="90551"/>
                  </a:cubicBezTo>
                  <a:cubicBezTo>
                    <a:pt x="172934" y="60131"/>
                    <a:pt x="217294" y="29943"/>
                    <a:pt x="261832" y="0"/>
                  </a:cubicBezTo>
                  <a:lnTo>
                    <a:pt x="262453" y="866"/>
                  </a:lnTo>
                  <a:close/>
                </a:path>
              </a:pathLst>
            </a:custGeom>
            <a:solidFill>
              <a:srgbClr val="5C3B75"/>
            </a:solidFill>
            <a:ln w="11087" cap="flat">
              <a:noFill/>
              <a:prstDash val="solid"/>
              <a:miter/>
            </a:ln>
          </p:spPr>
          <p:txBody>
            <a:bodyPr rtlCol="0" anchor="ctr"/>
            <a:lstStyle/>
            <a:p>
              <a:endParaRPr lang="en-US"/>
            </a:p>
          </p:txBody>
        </p:sp>
      </p:grpSp>
      <p:sp>
        <p:nvSpPr>
          <p:cNvPr id="95" name="Freeform 94">
            <a:extLst>
              <a:ext uri="{FF2B5EF4-FFF2-40B4-BE49-F238E27FC236}">
                <a16:creationId xmlns:a16="http://schemas.microsoft.com/office/drawing/2014/main" id="{192D48F8-E1BA-284F-6053-EEC8969AA111}"/>
              </a:ext>
            </a:extLst>
          </p:cNvPr>
          <p:cNvSpPr/>
          <p:nvPr/>
        </p:nvSpPr>
        <p:spPr>
          <a:xfrm>
            <a:off x="1750667" y="2941544"/>
            <a:ext cx="1001721" cy="1389470"/>
          </a:xfrm>
          <a:custGeom>
            <a:avLst/>
            <a:gdLst>
              <a:gd name="connsiteX0" fmla="*/ 68207 w 1001721"/>
              <a:gd name="connsiteY0" fmla="*/ 1225715 h 1389470"/>
              <a:gd name="connsiteX1" fmla="*/ 493074 w 1001721"/>
              <a:gd name="connsiteY1" fmla="*/ 1389471 h 1389470"/>
              <a:gd name="connsiteX2" fmla="*/ 447470 w 1001721"/>
              <a:gd name="connsiteY2" fmla="*/ 1105919 h 1389470"/>
              <a:gd name="connsiteX3" fmla="*/ 625333 w 1001721"/>
              <a:gd name="connsiteY3" fmla="*/ 1110314 h 1389470"/>
              <a:gd name="connsiteX4" fmla="*/ 787413 w 1001721"/>
              <a:gd name="connsiteY4" fmla="*/ 1047564 h 1389470"/>
              <a:gd name="connsiteX5" fmla="*/ 844225 w 1001721"/>
              <a:gd name="connsiteY5" fmla="*/ 952107 h 1389470"/>
              <a:gd name="connsiteX6" fmla="*/ 871683 w 1001721"/>
              <a:gd name="connsiteY6" fmla="*/ 886738 h 1389470"/>
              <a:gd name="connsiteX7" fmla="*/ 766304 w 1001721"/>
              <a:gd name="connsiteY7" fmla="*/ 707289 h 1389470"/>
              <a:gd name="connsiteX8" fmla="*/ 891371 w 1001721"/>
              <a:gd name="connsiteY8" fmla="*/ 815853 h 1389470"/>
              <a:gd name="connsiteX9" fmla="*/ 898551 w 1001721"/>
              <a:gd name="connsiteY9" fmla="*/ 698366 h 1389470"/>
              <a:gd name="connsiteX10" fmla="*/ 1001722 w 1001721"/>
              <a:gd name="connsiteY10" fmla="*/ 649200 h 1389470"/>
              <a:gd name="connsiteX11" fmla="*/ 877853 w 1001721"/>
              <a:gd name="connsiteY11" fmla="*/ 376703 h 1389470"/>
              <a:gd name="connsiteX12" fmla="*/ 850829 w 1001721"/>
              <a:gd name="connsiteY12" fmla="*/ 113206 h 1389470"/>
              <a:gd name="connsiteX13" fmla="*/ 242773 w 1001721"/>
              <a:gd name="connsiteY13" fmla="*/ 9614 h 1389470"/>
              <a:gd name="connsiteX14" fmla="*/ 36532 w 1001721"/>
              <a:gd name="connsiteY14" fmla="*/ 230349 h 1389470"/>
              <a:gd name="connsiteX15" fmla="*/ 2649 w 1001721"/>
              <a:gd name="connsiteY15" fmla="*/ 535520 h 1389470"/>
              <a:gd name="connsiteX16" fmla="*/ 35389 w 1001721"/>
              <a:gd name="connsiteY16" fmla="*/ 762193 h 1389470"/>
              <a:gd name="connsiteX17" fmla="*/ 71292 w 1001721"/>
              <a:gd name="connsiteY17" fmla="*/ 928868 h 1389470"/>
              <a:gd name="connsiteX18" fmla="*/ 68207 w 1001721"/>
              <a:gd name="connsiteY18" fmla="*/ 1225715 h 1389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1721" h="1389470">
                <a:moveTo>
                  <a:pt x="68207" y="1225715"/>
                </a:moveTo>
                <a:cubicBezTo>
                  <a:pt x="187991" y="1321549"/>
                  <a:pt x="339928" y="1380370"/>
                  <a:pt x="493074" y="1389471"/>
                </a:cubicBezTo>
                <a:cubicBezTo>
                  <a:pt x="457048" y="1299952"/>
                  <a:pt x="440867" y="1202197"/>
                  <a:pt x="447470" y="1105919"/>
                </a:cubicBezTo>
                <a:cubicBezTo>
                  <a:pt x="506791" y="1105098"/>
                  <a:pt x="566090" y="1113555"/>
                  <a:pt x="625333" y="1110314"/>
                </a:cubicBezTo>
                <a:cubicBezTo>
                  <a:pt x="684575" y="1107074"/>
                  <a:pt x="746216" y="1090260"/>
                  <a:pt x="787413" y="1047564"/>
                </a:cubicBezTo>
                <a:cubicBezTo>
                  <a:pt x="813261" y="1020773"/>
                  <a:pt x="828987" y="986068"/>
                  <a:pt x="844225" y="952107"/>
                </a:cubicBezTo>
                <a:cubicBezTo>
                  <a:pt x="854025" y="930255"/>
                  <a:pt x="861872" y="908591"/>
                  <a:pt x="871683" y="886738"/>
                </a:cubicBezTo>
                <a:cubicBezTo>
                  <a:pt x="817400" y="840835"/>
                  <a:pt x="780876" y="776865"/>
                  <a:pt x="766304" y="707289"/>
                </a:cubicBezTo>
                <a:cubicBezTo>
                  <a:pt x="795626" y="754368"/>
                  <a:pt x="841539" y="791481"/>
                  <a:pt x="891371" y="815853"/>
                </a:cubicBezTo>
                <a:lnTo>
                  <a:pt x="898551" y="698366"/>
                </a:lnTo>
                <a:lnTo>
                  <a:pt x="1001722" y="649200"/>
                </a:lnTo>
                <a:lnTo>
                  <a:pt x="877853" y="376703"/>
                </a:lnTo>
                <a:cubicBezTo>
                  <a:pt x="877853" y="376703"/>
                  <a:pt x="913889" y="273111"/>
                  <a:pt x="850829" y="113206"/>
                </a:cubicBezTo>
                <a:cubicBezTo>
                  <a:pt x="787768" y="-46688"/>
                  <a:pt x="242773" y="9614"/>
                  <a:pt x="242773" y="9614"/>
                </a:cubicBezTo>
                <a:cubicBezTo>
                  <a:pt x="146273" y="46006"/>
                  <a:pt x="72702" y="133771"/>
                  <a:pt x="36532" y="230349"/>
                </a:cubicBezTo>
                <a:cubicBezTo>
                  <a:pt x="363" y="326927"/>
                  <a:pt x="-4121" y="432605"/>
                  <a:pt x="2649" y="535520"/>
                </a:cubicBezTo>
                <a:cubicBezTo>
                  <a:pt x="7665" y="611777"/>
                  <a:pt x="18619" y="687634"/>
                  <a:pt x="35389" y="762193"/>
                </a:cubicBezTo>
                <a:cubicBezTo>
                  <a:pt x="47864" y="817662"/>
                  <a:pt x="63579" y="872532"/>
                  <a:pt x="71292" y="928868"/>
                </a:cubicBezTo>
                <a:cubicBezTo>
                  <a:pt x="84854" y="1027976"/>
                  <a:pt x="79771" y="1126329"/>
                  <a:pt x="68207" y="1225715"/>
                </a:cubicBezTo>
                <a:close/>
              </a:path>
            </a:pathLst>
          </a:custGeom>
          <a:solidFill>
            <a:srgbClr val="FFC2A1"/>
          </a:solidFill>
          <a:ln w="11087"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A91010F9-0E4E-03D8-737E-2D9CD00447AB}"/>
              </a:ext>
            </a:extLst>
          </p:cNvPr>
          <p:cNvSpPr/>
          <p:nvPr/>
        </p:nvSpPr>
        <p:spPr>
          <a:xfrm>
            <a:off x="2477457" y="3350918"/>
            <a:ext cx="51401" cy="95673"/>
          </a:xfrm>
          <a:custGeom>
            <a:avLst/>
            <a:gdLst>
              <a:gd name="connsiteX0" fmla="*/ 50367 w 51401"/>
              <a:gd name="connsiteY0" fmla="*/ 51554 h 95673"/>
              <a:gd name="connsiteX1" fmla="*/ 18504 w 51401"/>
              <a:gd name="connsiteY1" fmla="*/ 95526 h 95673"/>
              <a:gd name="connsiteX2" fmla="*/ 1035 w 51401"/>
              <a:gd name="connsiteY2" fmla="*/ 44119 h 95673"/>
              <a:gd name="connsiteX3" fmla="*/ 32898 w 51401"/>
              <a:gd name="connsiteY3" fmla="*/ 147 h 95673"/>
              <a:gd name="connsiteX4" fmla="*/ 50367 w 51401"/>
              <a:gd name="connsiteY4" fmla="*/ 51554 h 95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01" h="95673">
                <a:moveTo>
                  <a:pt x="50367" y="51554"/>
                </a:moveTo>
                <a:cubicBezTo>
                  <a:pt x="46394" y="77891"/>
                  <a:pt x="32133" y="97579"/>
                  <a:pt x="18504" y="95526"/>
                </a:cubicBezTo>
                <a:cubicBezTo>
                  <a:pt x="4875" y="93473"/>
                  <a:pt x="-2938" y="70455"/>
                  <a:pt x="1035" y="44119"/>
                </a:cubicBezTo>
                <a:cubicBezTo>
                  <a:pt x="5008" y="17782"/>
                  <a:pt x="19270" y="-1906"/>
                  <a:pt x="32898" y="147"/>
                </a:cubicBezTo>
                <a:cubicBezTo>
                  <a:pt x="46516" y="2200"/>
                  <a:pt x="54340" y="25218"/>
                  <a:pt x="50367" y="51554"/>
                </a:cubicBezTo>
                <a:close/>
              </a:path>
            </a:pathLst>
          </a:custGeom>
          <a:solidFill>
            <a:srgbClr val="613F75"/>
          </a:solidFill>
          <a:ln w="11087"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C2AD921E-8FD1-CDAA-F323-19D7DAE79386}"/>
              </a:ext>
            </a:extLst>
          </p:cNvPr>
          <p:cNvSpPr/>
          <p:nvPr/>
        </p:nvSpPr>
        <p:spPr>
          <a:xfrm>
            <a:off x="2406153" y="3220738"/>
            <a:ext cx="140161" cy="109117"/>
          </a:xfrm>
          <a:custGeom>
            <a:avLst/>
            <a:gdLst>
              <a:gd name="connsiteX0" fmla="*/ 0 w 140161"/>
              <a:gd name="connsiteY0" fmla="*/ 108296 h 109117"/>
              <a:gd name="connsiteX1" fmla="*/ 14250 w 140161"/>
              <a:gd name="connsiteY1" fmla="*/ 62793 h 109117"/>
              <a:gd name="connsiteX2" fmla="*/ 45770 w 140161"/>
              <a:gd name="connsiteY2" fmla="*/ 24648 h 109117"/>
              <a:gd name="connsiteX3" fmla="*/ 90552 w 140161"/>
              <a:gd name="connsiteY3" fmla="*/ 786 h 109117"/>
              <a:gd name="connsiteX4" fmla="*/ 140161 w 140161"/>
              <a:gd name="connsiteY4" fmla="*/ 11119 h 109117"/>
              <a:gd name="connsiteX5" fmla="*/ 139839 w 140161"/>
              <a:gd name="connsiteY5" fmla="*/ 14293 h 109117"/>
              <a:gd name="connsiteX6" fmla="*/ 98520 w 140161"/>
              <a:gd name="connsiteY6" fmla="*/ 31673 h 109117"/>
              <a:gd name="connsiteX7" fmla="*/ 60308 w 140161"/>
              <a:gd name="connsiteY7" fmla="*/ 45624 h 109117"/>
              <a:gd name="connsiteX8" fmla="*/ 27313 w 140161"/>
              <a:gd name="connsiteY8" fmla="*/ 71938 h 109117"/>
              <a:gd name="connsiteX9" fmla="*/ 3085 w 140161"/>
              <a:gd name="connsiteY9" fmla="*/ 109117 h 109117"/>
              <a:gd name="connsiteX10" fmla="*/ 0 w 140161"/>
              <a:gd name="connsiteY10" fmla="*/ 108296 h 10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161" h="109117">
                <a:moveTo>
                  <a:pt x="0" y="108296"/>
                </a:moveTo>
                <a:cubicBezTo>
                  <a:pt x="1476" y="92647"/>
                  <a:pt x="6737" y="77254"/>
                  <a:pt x="14250" y="62793"/>
                </a:cubicBezTo>
                <a:cubicBezTo>
                  <a:pt x="22019" y="48454"/>
                  <a:pt x="32674" y="35347"/>
                  <a:pt x="45770" y="24648"/>
                </a:cubicBezTo>
                <a:cubicBezTo>
                  <a:pt x="58633" y="14027"/>
                  <a:pt x="73149" y="2840"/>
                  <a:pt x="90552" y="786"/>
                </a:cubicBezTo>
                <a:cubicBezTo>
                  <a:pt x="107532" y="-1433"/>
                  <a:pt x="125545" y="753"/>
                  <a:pt x="140161" y="11119"/>
                </a:cubicBezTo>
                <a:lnTo>
                  <a:pt x="139839" y="14293"/>
                </a:lnTo>
                <a:cubicBezTo>
                  <a:pt x="124046" y="21563"/>
                  <a:pt x="111117" y="26257"/>
                  <a:pt x="98520" y="31673"/>
                </a:cubicBezTo>
                <a:cubicBezTo>
                  <a:pt x="86334" y="37244"/>
                  <a:pt x="72572" y="38832"/>
                  <a:pt x="60308" y="45624"/>
                </a:cubicBezTo>
                <a:cubicBezTo>
                  <a:pt x="48289" y="52338"/>
                  <a:pt x="37069" y="61250"/>
                  <a:pt x="27313" y="71938"/>
                </a:cubicBezTo>
                <a:cubicBezTo>
                  <a:pt x="17302" y="82503"/>
                  <a:pt x="9367" y="95200"/>
                  <a:pt x="3085" y="109117"/>
                </a:cubicBezTo>
                <a:lnTo>
                  <a:pt x="0" y="108296"/>
                </a:lnTo>
                <a:close/>
              </a:path>
            </a:pathLst>
          </a:custGeom>
          <a:solidFill>
            <a:srgbClr val="604075"/>
          </a:solidFill>
          <a:ln w="11087"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D040E851-8851-BBD3-89AE-6D77E6B1BA5E}"/>
              </a:ext>
            </a:extLst>
          </p:cNvPr>
          <p:cNvSpPr/>
          <p:nvPr/>
        </p:nvSpPr>
        <p:spPr>
          <a:xfrm>
            <a:off x="1978945" y="3374624"/>
            <a:ext cx="119599" cy="217851"/>
          </a:xfrm>
          <a:custGeom>
            <a:avLst/>
            <a:gdLst>
              <a:gd name="connsiteX0" fmla="*/ 0 w 119599"/>
              <a:gd name="connsiteY0" fmla="*/ 29446 h 217851"/>
              <a:gd name="connsiteX1" fmla="*/ 43528 w 119599"/>
              <a:gd name="connsiteY1" fmla="*/ 125 h 217851"/>
              <a:gd name="connsiteX2" fmla="*/ 93947 w 119599"/>
              <a:gd name="connsiteY2" fmla="*/ 22399 h 217851"/>
              <a:gd name="connsiteX3" fmla="*/ 117432 w 119599"/>
              <a:gd name="connsiteY3" fmla="*/ 72863 h 217851"/>
              <a:gd name="connsiteX4" fmla="*/ 117998 w 119599"/>
              <a:gd name="connsiteY4" fmla="*/ 127722 h 217851"/>
              <a:gd name="connsiteX5" fmla="*/ 117720 w 119599"/>
              <a:gd name="connsiteY5" fmla="*/ 130608 h 217851"/>
              <a:gd name="connsiteX6" fmla="*/ 115179 w 119599"/>
              <a:gd name="connsiteY6" fmla="*/ 131806 h 217851"/>
              <a:gd name="connsiteX7" fmla="*/ 87011 w 119599"/>
              <a:gd name="connsiteY7" fmla="*/ 147966 h 217851"/>
              <a:gd name="connsiteX8" fmla="*/ 69265 w 119599"/>
              <a:gd name="connsiteY8" fmla="*/ 170462 h 217851"/>
              <a:gd name="connsiteX9" fmla="*/ 80308 w 119599"/>
              <a:gd name="connsiteY9" fmla="*/ 198363 h 217851"/>
              <a:gd name="connsiteX10" fmla="*/ 106744 w 119599"/>
              <a:gd name="connsiteY10" fmla="*/ 217852 h 217851"/>
              <a:gd name="connsiteX11" fmla="*/ 77478 w 119599"/>
              <a:gd name="connsiteY11" fmla="*/ 201304 h 217851"/>
              <a:gd name="connsiteX12" fmla="*/ 62473 w 119599"/>
              <a:gd name="connsiteY12" fmla="*/ 170129 h 217851"/>
              <a:gd name="connsiteX13" fmla="*/ 68710 w 119599"/>
              <a:gd name="connsiteY13" fmla="*/ 152516 h 217851"/>
              <a:gd name="connsiteX14" fmla="*/ 81784 w 119599"/>
              <a:gd name="connsiteY14" fmla="*/ 140641 h 217851"/>
              <a:gd name="connsiteX15" fmla="*/ 110706 w 119599"/>
              <a:gd name="connsiteY15" fmla="*/ 122695 h 217851"/>
              <a:gd name="connsiteX16" fmla="*/ 107887 w 119599"/>
              <a:gd name="connsiteY16" fmla="*/ 126779 h 217851"/>
              <a:gd name="connsiteX17" fmla="*/ 107099 w 119599"/>
              <a:gd name="connsiteY17" fmla="*/ 74617 h 217851"/>
              <a:gd name="connsiteX18" fmla="*/ 87000 w 119599"/>
              <a:gd name="connsiteY18" fmla="*/ 28514 h 217851"/>
              <a:gd name="connsiteX19" fmla="*/ 43672 w 119599"/>
              <a:gd name="connsiteY19" fmla="*/ 6051 h 217851"/>
              <a:gd name="connsiteX20" fmla="*/ 0 w 119599"/>
              <a:gd name="connsiteY20" fmla="*/ 29446 h 21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599" h="217851">
                <a:moveTo>
                  <a:pt x="0" y="29446"/>
                </a:moveTo>
                <a:cubicBezTo>
                  <a:pt x="6182" y="12144"/>
                  <a:pt x="24949" y="1134"/>
                  <a:pt x="43528" y="125"/>
                </a:cubicBezTo>
                <a:cubicBezTo>
                  <a:pt x="62639" y="-1218"/>
                  <a:pt x="81417" y="8437"/>
                  <a:pt x="93947" y="22399"/>
                </a:cubicBezTo>
                <a:cubicBezTo>
                  <a:pt x="106811" y="36361"/>
                  <a:pt x="114446" y="54551"/>
                  <a:pt x="117432" y="72863"/>
                </a:cubicBezTo>
                <a:cubicBezTo>
                  <a:pt x="120717" y="91242"/>
                  <a:pt x="119729" y="109754"/>
                  <a:pt x="117998" y="127722"/>
                </a:cubicBezTo>
                <a:lnTo>
                  <a:pt x="117720" y="130608"/>
                </a:lnTo>
                <a:lnTo>
                  <a:pt x="115179" y="131806"/>
                </a:lnTo>
                <a:cubicBezTo>
                  <a:pt x="105390" y="136412"/>
                  <a:pt x="95945" y="141817"/>
                  <a:pt x="87011" y="147966"/>
                </a:cubicBezTo>
                <a:cubicBezTo>
                  <a:pt x="77688" y="153959"/>
                  <a:pt x="69742" y="160218"/>
                  <a:pt x="69265" y="170462"/>
                </a:cubicBezTo>
                <a:cubicBezTo>
                  <a:pt x="68455" y="180406"/>
                  <a:pt x="73016" y="190650"/>
                  <a:pt x="80308" y="198363"/>
                </a:cubicBezTo>
                <a:cubicBezTo>
                  <a:pt x="87610" y="206298"/>
                  <a:pt x="97355" y="211947"/>
                  <a:pt x="106744" y="217852"/>
                </a:cubicBezTo>
                <a:cubicBezTo>
                  <a:pt x="96522" y="213546"/>
                  <a:pt x="86245" y="208851"/>
                  <a:pt x="77478" y="201304"/>
                </a:cubicBezTo>
                <a:cubicBezTo>
                  <a:pt x="68577" y="193990"/>
                  <a:pt x="62350" y="182537"/>
                  <a:pt x="62473" y="170129"/>
                </a:cubicBezTo>
                <a:cubicBezTo>
                  <a:pt x="62517" y="163969"/>
                  <a:pt x="64692" y="157443"/>
                  <a:pt x="68710" y="152516"/>
                </a:cubicBezTo>
                <a:cubicBezTo>
                  <a:pt x="72661" y="147566"/>
                  <a:pt x="77355" y="144059"/>
                  <a:pt x="81784" y="140641"/>
                </a:cubicBezTo>
                <a:cubicBezTo>
                  <a:pt x="90907" y="133893"/>
                  <a:pt x="100584" y="127889"/>
                  <a:pt x="110706" y="122695"/>
                </a:cubicBezTo>
                <a:lnTo>
                  <a:pt x="107887" y="126779"/>
                </a:lnTo>
                <a:cubicBezTo>
                  <a:pt x="109496" y="109188"/>
                  <a:pt x="109763" y="91597"/>
                  <a:pt x="107099" y="74617"/>
                </a:cubicBezTo>
                <a:cubicBezTo>
                  <a:pt x="104380" y="57692"/>
                  <a:pt x="97943" y="41477"/>
                  <a:pt x="87000" y="28514"/>
                </a:cubicBezTo>
                <a:cubicBezTo>
                  <a:pt x="76279" y="15707"/>
                  <a:pt x="60819" y="5940"/>
                  <a:pt x="43672" y="6051"/>
                </a:cubicBezTo>
                <a:cubicBezTo>
                  <a:pt x="26891" y="5785"/>
                  <a:pt x="8723" y="13387"/>
                  <a:pt x="0" y="29446"/>
                </a:cubicBezTo>
                <a:close/>
              </a:path>
            </a:pathLst>
          </a:custGeom>
          <a:solidFill>
            <a:srgbClr val="513570"/>
          </a:solidFill>
          <a:ln w="11087"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E1F2664C-226A-90D7-355F-171EB35AFCF8}"/>
              </a:ext>
            </a:extLst>
          </p:cNvPr>
          <p:cNvSpPr/>
          <p:nvPr/>
        </p:nvSpPr>
        <p:spPr>
          <a:xfrm>
            <a:off x="2413245" y="3543377"/>
            <a:ext cx="124257" cy="79064"/>
          </a:xfrm>
          <a:custGeom>
            <a:avLst/>
            <a:gdLst>
              <a:gd name="connsiteX0" fmla="*/ 124257 w 124257"/>
              <a:gd name="connsiteY0" fmla="*/ 39532 h 79064"/>
              <a:gd name="connsiteX1" fmla="*/ 62128 w 124257"/>
              <a:gd name="connsiteY1" fmla="*/ 79065 h 79064"/>
              <a:gd name="connsiteX2" fmla="*/ 0 w 124257"/>
              <a:gd name="connsiteY2" fmla="*/ 39532 h 79064"/>
              <a:gd name="connsiteX3" fmla="*/ 62128 w 124257"/>
              <a:gd name="connsiteY3" fmla="*/ 0 h 79064"/>
              <a:gd name="connsiteX4" fmla="*/ 124257 w 124257"/>
              <a:gd name="connsiteY4" fmla="*/ 39532 h 79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57" h="79064">
                <a:moveTo>
                  <a:pt x="124257" y="39532"/>
                </a:moveTo>
                <a:cubicBezTo>
                  <a:pt x="124257" y="61363"/>
                  <a:pt x="96445" y="79065"/>
                  <a:pt x="62128" y="79065"/>
                </a:cubicBezTo>
                <a:cubicBezTo>
                  <a:pt x="27812" y="79065"/>
                  <a:pt x="0" y="61363"/>
                  <a:pt x="0" y="39532"/>
                </a:cubicBezTo>
                <a:cubicBezTo>
                  <a:pt x="0" y="17702"/>
                  <a:pt x="27812" y="0"/>
                  <a:pt x="62128" y="0"/>
                </a:cubicBezTo>
                <a:cubicBezTo>
                  <a:pt x="96445" y="0"/>
                  <a:pt x="124257" y="17702"/>
                  <a:pt x="124257" y="39532"/>
                </a:cubicBezTo>
                <a:close/>
              </a:path>
            </a:pathLst>
          </a:custGeom>
          <a:solidFill>
            <a:srgbClr val="F7A9A8">
              <a:alpha val="50000"/>
            </a:srgbClr>
          </a:solidFill>
          <a:ln w="11087"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635F31DE-E5C1-7D99-D9CA-F44D9CDC2DF2}"/>
              </a:ext>
            </a:extLst>
          </p:cNvPr>
          <p:cNvSpPr/>
          <p:nvPr/>
        </p:nvSpPr>
        <p:spPr>
          <a:xfrm>
            <a:off x="1541896" y="4380092"/>
            <a:ext cx="822371" cy="1885308"/>
          </a:xfrm>
          <a:custGeom>
            <a:avLst/>
            <a:gdLst>
              <a:gd name="connsiteX0" fmla="*/ 193839 w 822371"/>
              <a:gd name="connsiteY0" fmla="*/ 496762 h 1885308"/>
              <a:gd name="connsiteX1" fmla="*/ 158535 w 822371"/>
              <a:gd name="connsiteY1" fmla="*/ 0 h 1885308"/>
              <a:gd name="connsiteX2" fmla="*/ 73 w 822371"/>
              <a:gd name="connsiteY2" fmla="*/ 526472 h 1885308"/>
              <a:gd name="connsiteX3" fmla="*/ 176870 w 822371"/>
              <a:gd name="connsiteY3" fmla="*/ 1484225 h 1885308"/>
              <a:gd name="connsiteX4" fmla="*/ 617141 w 822371"/>
              <a:gd name="connsiteY4" fmla="*/ 1849272 h 1885308"/>
              <a:gd name="connsiteX5" fmla="*/ 822372 w 822371"/>
              <a:gd name="connsiteY5" fmla="*/ 1885309 h 1885308"/>
              <a:gd name="connsiteX6" fmla="*/ 445483 w 822371"/>
              <a:gd name="connsiteY6" fmla="*/ 1221062 h 1885308"/>
              <a:gd name="connsiteX7" fmla="*/ 193839 w 822371"/>
              <a:gd name="connsiteY7" fmla="*/ 496762 h 1885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2371" h="1885308">
                <a:moveTo>
                  <a:pt x="193839" y="496762"/>
                </a:moveTo>
                <a:cubicBezTo>
                  <a:pt x="160478" y="333782"/>
                  <a:pt x="146039" y="165565"/>
                  <a:pt x="158535" y="0"/>
                </a:cubicBezTo>
                <a:cubicBezTo>
                  <a:pt x="83766" y="172024"/>
                  <a:pt x="2360" y="389707"/>
                  <a:pt x="73" y="526472"/>
                </a:cubicBezTo>
                <a:cubicBezTo>
                  <a:pt x="-4166" y="780746"/>
                  <a:pt x="176870" y="1484225"/>
                  <a:pt x="176870" y="1484225"/>
                </a:cubicBezTo>
                <a:lnTo>
                  <a:pt x="617141" y="1849272"/>
                </a:lnTo>
                <a:lnTo>
                  <a:pt x="822372" y="1885309"/>
                </a:lnTo>
                <a:cubicBezTo>
                  <a:pt x="669037" y="1682198"/>
                  <a:pt x="550784" y="1453361"/>
                  <a:pt x="445483" y="1221062"/>
                </a:cubicBezTo>
                <a:cubicBezTo>
                  <a:pt x="339738" y="987774"/>
                  <a:pt x="245213" y="747695"/>
                  <a:pt x="193839" y="496762"/>
                </a:cubicBezTo>
                <a:close/>
              </a:path>
            </a:pathLst>
          </a:custGeom>
          <a:solidFill>
            <a:schemeClr val="accent1"/>
          </a:solidFill>
          <a:ln w="11087"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C0FDAA14-C586-2674-9713-5FA4E4D27465}"/>
              </a:ext>
            </a:extLst>
          </p:cNvPr>
          <p:cNvSpPr/>
          <p:nvPr/>
        </p:nvSpPr>
        <p:spPr>
          <a:xfrm>
            <a:off x="1695978" y="4118204"/>
            <a:ext cx="1159402" cy="2233430"/>
          </a:xfrm>
          <a:custGeom>
            <a:avLst/>
            <a:gdLst>
              <a:gd name="connsiteX0" fmla="*/ 936149 w 1159402"/>
              <a:gd name="connsiteY0" fmla="*/ 1393575 h 2233430"/>
              <a:gd name="connsiteX1" fmla="*/ 994615 w 1159402"/>
              <a:gd name="connsiteY1" fmla="*/ 1130455 h 2233430"/>
              <a:gd name="connsiteX2" fmla="*/ 1071693 w 1159402"/>
              <a:gd name="connsiteY2" fmla="*/ 718496 h 2233430"/>
              <a:gd name="connsiteX3" fmla="*/ 688978 w 1159402"/>
              <a:gd name="connsiteY3" fmla="*/ 367666 h 2233430"/>
              <a:gd name="connsiteX4" fmla="*/ 509340 w 1159402"/>
              <a:gd name="connsiteY4" fmla="*/ 75768 h 2233430"/>
              <a:gd name="connsiteX5" fmla="*/ 337327 w 1159402"/>
              <a:gd name="connsiteY5" fmla="*/ 69165 h 2233430"/>
              <a:gd name="connsiteX6" fmla="*/ 128023 w 1159402"/>
              <a:gd name="connsiteY6" fmla="*/ 0 h 2233430"/>
              <a:gd name="connsiteX7" fmla="*/ 4454 w 1159402"/>
              <a:gd name="connsiteY7" fmla="*/ 261899 h 2233430"/>
              <a:gd name="connsiteX8" fmla="*/ 39758 w 1159402"/>
              <a:gd name="connsiteY8" fmla="*/ 758661 h 2233430"/>
              <a:gd name="connsiteX9" fmla="*/ 291402 w 1159402"/>
              <a:gd name="connsiteY9" fmla="*/ 1482960 h 2233430"/>
              <a:gd name="connsiteX10" fmla="*/ 668290 w 1159402"/>
              <a:gd name="connsiteY10" fmla="*/ 2147208 h 2233430"/>
              <a:gd name="connsiteX11" fmla="*/ 1159403 w 1159402"/>
              <a:gd name="connsiteY11" fmla="*/ 2233430 h 2233430"/>
              <a:gd name="connsiteX12" fmla="*/ 936149 w 1159402"/>
              <a:gd name="connsiteY12" fmla="*/ 1393575 h 2233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9402" h="2233430">
                <a:moveTo>
                  <a:pt x="936149" y="1393575"/>
                </a:moveTo>
                <a:lnTo>
                  <a:pt x="994615" y="1130455"/>
                </a:lnTo>
                <a:cubicBezTo>
                  <a:pt x="994615" y="1130455"/>
                  <a:pt x="1103589" y="822154"/>
                  <a:pt x="1071693" y="718496"/>
                </a:cubicBezTo>
                <a:cubicBezTo>
                  <a:pt x="1039796" y="614848"/>
                  <a:pt x="816542" y="492589"/>
                  <a:pt x="688978" y="367666"/>
                </a:cubicBezTo>
                <a:cubicBezTo>
                  <a:pt x="561413" y="242743"/>
                  <a:pt x="509340" y="75768"/>
                  <a:pt x="509340" y="75768"/>
                </a:cubicBezTo>
                <a:cubicBezTo>
                  <a:pt x="509340" y="75768"/>
                  <a:pt x="432617" y="88554"/>
                  <a:pt x="337327" y="69165"/>
                </a:cubicBezTo>
                <a:cubicBezTo>
                  <a:pt x="242036" y="49765"/>
                  <a:pt x="128023" y="0"/>
                  <a:pt x="128023" y="0"/>
                </a:cubicBezTo>
                <a:cubicBezTo>
                  <a:pt x="128023" y="0"/>
                  <a:pt x="68691" y="114091"/>
                  <a:pt x="4454" y="261899"/>
                </a:cubicBezTo>
                <a:cubicBezTo>
                  <a:pt x="-8043" y="427464"/>
                  <a:pt x="6396" y="595670"/>
                  <a:pt x="39758" y="758661"/>
                </a:cubicBezTo>
                <a:cubicBezTo>
                  <a:pt x="91132" y="1009594"/>
                  <a:pt x="185657" y="1249673"/>
                  <a:pt x="291402" y="1482960"/>
                </a:cubicBezTo>
                <a:cubicBezTo>
                  <a:pt x="396703" y="1715260"/>
                  <a:pt x="514967" y="1944097"/>
                  <a:pt x="668290" y="2147208"/>
                </a:cubicBezTo>
                <a:lnTo>
                  <a:pt x="1159403" y="2233430"/>
                </a:lnTo>
                <a:lnTo>
                  <a:pt x="936149" y="1393575"/>
                </a:lnTo>
                <a:close/>
              </a:path>
            </a:pathLst>
          </a:custGeom>
          <a:solidFill>
            <a:schemeClr val="accent1">
              <a:lumMod val="60000"/>
              <a:lumOff val="40000"/>
            </a:schemeClr>
          </a:solidFill>
          <a:ln w="11087"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FEC7F414-EC15-6F85-F23D-C8C55C695D76}"/>
              </a:ext>
            </a:extLst>
          </p:cNvPr>
          <p:cNvSpPr/>
          <p:nvPr/>
        </p:nvSpPr>
        <p:spPr>
          <a:xfrm>
            <a:off x="1832373" y="4425328"/>
            <a:ext cx="2569908" cy="1486224"/>
          </a:xfrm>
          <a:custGeom>
            <a:avLst/>
            <a:gdLst>
              <a:gd name="connsiteX0" fmla="*/ 93122 w 2569908"/>
              <a:gd name="connsiteY0" fmla="*/ 44117 h 1486224"/>
              <a:gd name="connsiteX1" fmla="*/ 723020 w 2569908"/>
              <a:gd name="connsiteY1" fmla="*/ 420073 h 1486224"/>
              <a:gd name="connsiteX2" fmla="*/ 1184722 w 2569908"/>
              <a:gd name="connsiteY2" fmla="*/ 1030182 h 1486224"/>
              <a:gd name="connsiteX3" fmla="*/ 1903661 w 2569908"/>
              <a:gd name="connsiteY3" fmla="*/ 509115 h 1486224"/>
              <a:gd name="connsiteX4" fmla="*/ 1930042 w 2569908"/>
              <a:gd name="connsiteY4" fmla="*/ 364004 h 1486224"/>
              <a:gd name="connsiteX5" fmla="*/ 2005899 w 2569908"/>
              <a:gd name="connsiteY5" fmla="*/ 288147 h 1486224"/>
              <a:gd name="connsiteX6" fmla="*/ 2144407 w 2569908"/>
              <a:gd name="connsiteY6" fmla="*/ 311232 h 1486224"/>
              <a:gd name="connsiteX7" fmla="*/ 2149079 w 2569908"/>
              <a:gd name="connsiteY7" fmla="*/ 306104 h 1486224"/>
              <a:gd name="connsiteX8" fmla="*/ 2305266 w 2569908"/>
              <a:gd name="connsiteY8" fmla="*/ 13763 h 1486224"/>
              <a:gd name="connsiteX9" fmla="*/ 2334000 w 2569908"/>
              <a:gd name="connsiteY9" fmla="*/ 1155 h 1486224"/>
              <a:gd name="connsiteX10" fmla="*/ 2345897 w 2569908"/>
              <a:gd name="connsiteY10" fmla="*/ 26814 h 1486224"/>
              <a:gd name="connsiteX11" fmla="*/ 2332368 w 2569908"/>
              <a:gd name="connsiteY11" fmla="*/ 102927 h 1486224"/>
              <a:gd name="connsiteX12" fmla="*/ 2227034 w 2569908"/>
              <a:gd name="connsiteY12" fmla="*/ 366368 h 1486224"/>
              <a:gd name="connsiteX13" fmla="*/ 2374497 w 2569908"/>
              <a:gd name="connsiteY13" fmla="*/ 141915 h 1486224"/>
              <a:gd name="connsiteX14" fmla="*/ 2434617 w 2569908"/>
              <a:gd name="connsiteY14" fmla="*/ 49655 h 1486224"/>
              <a:gd name="connsiteX15" fmla="*/ 2450687 w 2569908"/>
              <a:gd name="connsiteY15" fmla="*/ 42963 h 1486224"/>
              <a:gd name="connsiteX16" fmla="*/ 2459111 w 2569908"/>
              <a:gd name="connsiteY16" fmla="*/ 50076 h 1486224"/>
              <a:gd name="connsiteX17" fmla="*/ 2462030 w 2569908"/>
              <a:gd name="connsiteY17" fmla="*/ 121950 h 1486224"/>
              <a:gd name="connsiteX18" fmla="*/ 2320127 w 2569908"/>
              <a:gd name="connsiteY18" fmla="*/ 414024 h 1486224"/>
              <a:gd name="connsiteX19" fmla="*/ 2490087 w 2569908"/>
              <a:gd name="connsiteY19" fmla="*/ 185643 h 1486224"/>
              <a:gd name="connsiteX20" fmla="*/ 2538375 w 2569908"/>
              <a:gd name="connsiteY20" fmla="*/ 121905 h 1486224"/>
              <a:gd name="connsiteX21" fmla="*/ 2563092 w 2569908"/>
              <a:gd name="connsiteY21" fmla="*/ 118853 h 1486224"/>
              <a:gd name="connsiteX22" fmla="*/ 2569196 w 2569908"/>
              <a:gd name="connsiteY22" fmla="*/ 133958 h 1486224"/>
              <a:gd name="connsiteX23" fmla="*/ 2548996 w 2569908"/>
              <a:gd name="connsiteY23" fmla="*/ 221679 h 1486224"/>
              <a:gd name="connsiteX24" fmla="*/ 2428779 w 2569908"/>
              <a:gd name="connsiteY24" fmla="*/ 426133 h 1486224"/>
              <a:gd name="connsiteX25" fmla="*/ 2393498 w 2569908"/>
              <a:gd name="connsiteY25" fmla="*/ 454167 h 1486224"/>
              <a:gd name="connsiteX26" fmla="*/ 2565733 w 2569908"/>
              <a:gd name="connsiteY26" fmla="*/ 330720 h 1486224"/>
              <a:gd name="connsiteX27" fmla="*/ 2562004 w 2569908"/>
              <a:gd name="connsiteY27" fmla="*/ 377844 h 1486224"/>
              <a:gd name="connsiteX28" fmla="*/ 2358283 w 2569908"/>
              <a:gd name="connsiteY28" fmla="*/ 608179 h 1486224"/>
              <a:gd name="connsiteX29" fmla="*/ 2057506 w 2569908"/>
              <a:gd name="connsiteY29" fmla="*/ 672161 h 1486224"/>
              <a:gd name="connsiteX30" fmla="*/ 1672472 w 2569908"/>
              <a:gd name="connsiteY30" fmla="*/ 1114829 h 1486224"/>
              <a:gd name="connsiteX31" fmla="*/ 1179938 w 2569908"/>
              <a:gd name="connsiteY31" fmla="*/ 1486224 h 1486224"/>
              <a:gd name="connsiteX32" fmla="*/ 300117 w 2569908"/>
              <a:gd name="connsiteY32" fmla="*/ 711671 h 1486224"/>
              <a:gd name="connsiteX33" fmla="*/ 93122 w 2569908"/>
              <a:gd name="connsiteY33" fmla="*/ 44117 h 148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69908" h="1486224">
                <a:moveTo>
                  <a:pt x="93122" y="44117"/>
                </a:moveTo>
                <a:cubicBezTo>
                  <a:pt x="228622" y="-95878"/>
                  <a:pt x="584512" y="222201"/>
                  <a:pt x="723020" y="420073"/>
                </a:cubicBezTo>
                <a:cubicBezTo>
                  <a:pt x="861527" y="617945"/>
                  <a:pt x="1184722" y="1030182"/>
                  <a:pt x="1184722" y="1030182"/>
                </a:cubicBezTo>
                <a:lnTo>
                  <a:pt x="1903661" y="509115"/>
                </a:lnTo>
                <a:cubicBezTo>
                  <a:pt x="1903661" y="509115"/>
                  <a:pt x="1900365" y="413481"/>
                  <a:pt x="1930042" y="364004"/>
                </a:cubicBezTo>
                <a:cubicBezTo>
                  <a:pt x="1959719" y="314539"/>
                  <a:pt x="2005899" y="288147"/>
                  <a:pt x="2005899" y="288147"/>
                </a:cubicBezTo>
                <a:lnTo>
                  <a:pt x="2144407" y="311232"/>
                </a:lnTo>
                <a:cubicBezTo>
                  <a:pt x="2147725" y="314151"/>
                  <a:pt x="2146548" y="309733"/>
                  <a:pt x="2149079" y="306104"/>
                </a:cubicBezTo>
                <a:cubicBezTo>
                  <a:pt x="2212362" y="215020"/>
                  <a:pt x="2231306" y="96401"/>
                  <a:pt x="2305266" y="13763"/>
                </a:cubicBezTo>
                <a:cubicBezTo>
                  <a:pt x="2312735" y="5417"/>
                  <a:pt x="2323678" y="-3162"/>
                  <a:pt x="2334000" y="1155"/>
                </a:cubicBezTo>
                <a:cubicBezTo>
                  <a:pt x="2343222" y="5017"/>
                  <a:pt x="2345730" y="16815"/>
                  <a:pt x="2345897" y="26814"/>
                </a:cubicBezTo>
                <a:cubicBezTo>
                  <a:pt x="2346330" y="52685"/>
                  <a:pt x="2339638" y="78100"/>
                  <a:pt x="2332368" y="102927"/>
                </a:cubicBezTo>
                <a:cubicBezTo>
                  <a:pt x="2305721" y="193822"/>
                  <a:pt x="2270406" y="282165"/>
                  <a:pt x="2227034" y="366368"/>
                </a:cubicBezTo>
                <a:cubicBezTo>
                  <a:pt x="2281982" y="296593"/>
                  <a:pt x="2333722" y="220813"/>
                  <a:pt x="2374497" y="141915"/>
                </a:cubicBezTo>
                <a:cubicBezTo>
                  <a:pt x="2391445" y="109131"/>
                  <a:pt x="2407670" y="74870"/>
                  <a:pt x="2434617" y="49655"/>
                </a:cubicBezTo>
                <a:cubicBezTo>
                  <a:pt x="2439056" y="45504"/>
                  <a:pt x="2444828" y="41364"/>
                  <a:pt x="2450687" y="42963"/>
                </a:cubicBezTo>
                <a:cubicBezTo>
                  <a:pt x="2454316" y="43950"/>
                  <a:pt x="2457013" y="46958"/>
                  <a:pt x="2459111" y="50076"/>
                </a:cubicBezTo>
                <a:cubicBezTo>
                  <a:pt x="2472906" y="70620"/>
                  <a:pt x="2468278" y="97999"/>
                  <a:pt x="2462030" y="121950"/>
                </a:cubicBezTo>
                <a:cubicBezTo>
                  <a:pt x="2434561" y="227373"/>
                  <a:pt x="2386029" y="327269"/>
                  <a:pt x="2320127" y="414024"/>
                </a:cubicBezTo>
                <a:cubicBezTo>
                  <a:pt x="2386439" y="343039"/>
                  <a:pt x="2442974" y="270590"/>
                  <a:pt x="2490087" y="185643"/>
                </a:cubicBezTo>
                <a:cubicBezTo>
                  <a:pt x="2503138" y="162103"/>
                  <a:pt x="2516212" y="137176"/>
                  <a:pt x="2538375" y="121905"/>
                </a:cubicBezTo>
                <a:cubicBezTo>
                  <a:pt x="2545733" y="116833"/>
                  <a:pt x="2556199" y="113182"/>
                  <a:pt x="2563092" y="118853"/>
                </a:cubicBezTo>
                <a:cubicBezTo>
                  <a:pt x="2567398" y="122393"/>
                  <a:pt x="2568674" y="128398"/>
                  <a:pt x="2569196" y="133958"/>
                </a:cubicBezTo>
                <a:cubicBezTo>
                  <a:pt x="2572059" y="164156"/>
                  <a:pt x="2561083" y="193845"/>
                  <a:pt x="2548996" y="221679"/>
                </a:cubicBezTo>
                <a:cubicBezTo>
                  <a:pt x="2517433" y="294384"/>
                  <a:pt x="2476968" y="363216"/>
                  <a:pt x="2428779" y="426133"/>
                </a:cubicBezTo>
                <a:cubicBezTo>
                  <a:pt x="2419435" y="438330"/>
                  <a:pt x="2408558" y="451104"/>
                  <a:pt x="2393498" y="454167"/>
                </a:cubicBezTo>
                <a:cubicBezTo>
                  <a:pt x="2464993" y="439029"/>
                  <a:pt x="2496169" y="353161"/>
                  <a:pt x="2565733" y="330720"/>
                </a:cubicBezTo>
                <a:cubicBezTo>
                  <a:pt x="2574023" y="344848"/>
                  <a:pt x="2568474" y="362795"/>
                  <a:pt x="2562004" y="377844"/>
                </a:cubicBezTo>
                <a:cubicBezTo>
                  <a:pt x="2520862" y="473634"/>
                  <a:pt x="2448334" y="555651"/>
                  <a:pt x="2358283" y="608179"/>
                </a:cubicBezTo>
                <a:cubicBezTo>
                  <a:pt x="2268231" y="660718"/>
                  <a:pt x="2161143" y="683492"/>
                  <a:pt x="2057506" y="672161"/>
                </a:cubicBezTo>
                <a:cubicBezTo>
                  <a:pt x="2057506" y="672161"/>
                  <a:pt x="1827382" y="967854"/>
                  <a:pt x="1672472" y="1114829"/>
                </a:cubicBezTo>
                <a:cubicBezTo>
                  <a:pt x="1517561" y="1261793"/>
                  <a:pt x="1179938" y="1486224"/>
                  <a:pt x="1179938" y="1486224"/>
                </a:cubicBezTo>
                <a:cubicBezTo>
                  <a:pt x="1179938" y="1486224"/>
                  <a:pt x="513161" y="955701"/>
                  <a:pt x="300117" y="711671"/>
                </a:cubicBezTo>
                <a:cubicBezTo>
                  <a:pt x="81646" y="461403"/>
                  <a:pt x="-125793" y="270301"/>
                  <a:pt x="93122" y="44117"/>
                </a:cubicBezTo>
                <a:close/>
              </a:path>
            </a:pathLst>
          </a:custGeom>
          <a:solidFill>
            <a:srgbClr val="FFC2A1"/>
          </a:solidFill>
          <a:ln w="11087"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C3D91F2B-58A7-54D2-179E-55553B88AED9}"/>
              </a:ext>
            </a:extLst>
          </p:cNvPr>
          <p:cNvSpPr/>
          <p:nvPr/>
        </p:nvSpPr>
        <p:spPr>
          <a:xfrm>
            <a:off x="2880796" y="5444267"/>
            <a:ext cx="150537" cy="153156"/>
          </a:xfrm>
          <a:custGeom>
            <a:avLst/>
            <a:gdLst>
              <a:gd name="connsiteX0" fmla="*/ 0 w 150537"/>
              <a:gd name="connsiteY0" fmla="*/ 153157 h 153156"/>
              <a:gd name="connsiteX1" fmla="*/ 66878 w 150537"/>
              <a:gd name="connsiteY1" fmla="*/ 68333 h 153156"/>
              <a:gd name="connsiteX2" fmla="*/ 150538 w 150537"/>
              <a:gd name="connsiteY2" fmla="*/ 0 h 153156"/>
              <a:gd name="connsiteX3" fmla="*/ 74459 w 150537"/>
              <a:gd name="connsiteY3" fmla="*/ 75780 h 153156"/>
              <a:gd name="connsiteX4" fmla="*/ 0 w 150537"/>
              <a:gd name="connsiteY4" fmla="*/ 153157 h 153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537" h="153156">
                <a:moveTo>
                  <a:pt x="0" y="153157"/>
                </a:moveTo>
                <a:cubicBezTo>
                  <a:pt x="18601" y="122171"/>
                  <a:pt x="41719" y="94169"/>
                  <a:pt x="66878" y="68333"/>
                </a:cubicBezTo>
                <a:cubicBezTo>
                  <a:pt x="92260" y="42718"/>
                  <a:pt x="119851" y="19111"/>
                  <a:pt x="150538" y="0"/>
                </a:cubicBezTo>
                <a:cubicBezTo>
                  <a:pt x="125145" y="25659"/>
                  <a:pt x="99374" y="50220"/>
                  <a:pt x="74459" y="75780"/>
                </a:cubicBezTo>
                <a:cubicBezTo>
                  <a:pt x="49310" y="101117"/>
                  <a:pt x="25193" y="127309"/>
                  <a:pt x="0" y="153157"/>
                </a:cubicBezTo>
                <a:close/>
              </a:path>
            </a:pathLst>
          </a:custGeom>
          <a:solidFill>
            <a:srgbClr val="613F75"/>
          </a:solidFill>
          <a:ln w="11087"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29782679-91B9-F881-9FF6-5F88DF491ADE}"/>
              </a:ext>
            </a:extLst>
          </p:cNvPr>
          <p:cNvSpPr/>
          <p:nvPr/>
        </p:nvSpPr>
        <p:spPr>
          <a:xfrm>
            <a:off x="1972110" y="3377669"/>
            <a:ext cx="121176" cy="219006"/>
          </a:xfrm>
          <a:custGeom>
            <a:avLst/>
            <a:gdLst>
              <a:gd name="connsiteX0" fmla="*/ 113567 w 121176"/>
              <a:gd name="connsiteY0" fmla="*/ 214796 h 219006"/>
              <a:gd name="connsiteX1" fmla="*/ 81315 w 121176"/>
              <a:gd name="connsiteY1" fmla="*/ 192022 h 219006"/>
              <a:gd name="connsiteX2" fmla="*/ 76332 w 121176"/>
              <a:gd name="connsiteY2" fmla="*/ 155076 h 219006"/>
              <a:gd name="connsiteX3" fmla="*/ 87808 w 121176"/>
              <a:gd name="connsiteY3" fmla="*/ 143744 h 219006"/>
              <a:gd name="connsiteX4" fmla="*/ 119771 w 121176"/>
              <a:gd name="connsiteY4" fmla="*/ 124200 h 219006"/>
              <a:gd name="connsiteX5" fmla="*/ 114777 w 121176"/>
              <a:gd name="connsiteY5" fmla="*/ 53160 h 219006"/>
              <a:gd name="connsiteX6" fmla="*/ 67820 w 121176"/>
              <a:gd name="connsiteY6" fmla="*/ 2440 h 219006"/>
              <a:gd name="connsiteX7" fmla="*/ 6834 w 121176"/>
              <a:gd name="connsiteY7" fmla="*/ 26402 h 219006"/>
              <a:gd name="connsiteX8" fmla="*/ 21850 w 121176"/>
              <a:gd name="connsiteY8" fmla="*/ 165719 h 219006"/>
              <a:gd name="connsiteX9" fmla="*/ 113567 w 121176"/>
              <a:gd name="connsiteY9" fmla="*/ 214796 h 219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176" h="219006">
                <a:moveTo>
                  <a:pt x="113567" y="214796"/>
                </a:moveTo>
                <a:cubicBezTo>
                  <a:pt x="101792" y="208703"/>
                  <a:pt x="89661" y="202321"/>
                  <a:pt x="81315" y="192022"/>
                </a:cubicBezTo>
                <a:cubicBezTo>
                  <a:pt x="72969" y="181723"/>
                  <a:pt x="69362" y="166352"/>
                  <a:pt x="76332" y="155076"/>
                </a:cubicBezTo>
                <a:cubicBezTo>
                  <a:pt x="79184" y="150481"/>
                  <a:pt x="83468" y="146974"/>
                  <a:pt x="87808" y="143744"/>
                </a:cubicBezTo>
                <a:cubicBezTo>
                  <a:pt x="97830" y="136264"/>
                  <a:pt x="108551" y="129716"/>
                  <a:pt x="119771" y="124200"/>
                </a:cubicBezTo>
                <a:cubicBezTo>
                  <a:pt x="122024" y="100394"/>
                  <a:pt x="122346" y="75845"/>
                  <a:pt x="114777" y="53160"/>
                </a:cubicBezTo>
                <a:cubicBezTo>
                  <a:pt x="107208" y="30475"/>
                  <a:pt x="90582" y="9743"/>
                  <a:pt x="67820" y="2440"/>
                </a:cubicBezTo>
                <a:cubicBezTo>
                  <a:pt x="45046" y="-4874"/>
                  <a:pt x="16612" y="4582"/>
                  <a:pt x="6834" y="26402"/>
                </a:cubicBezTo>
                <a:cubicBezTo>
                  <a:pt x="6834" y="26402"/>
                  <a:pt x="-16017" y="91116"/>
                  <a:pt x="21850" y="165719"/>
                </a:cubicBezTo>
                <a:cubicBezTo>
                  <a:pt x="59718" y="240311"/>
                  <a:pt x="113567" y="214796"/>
                  <a:pt x="113567" y="214796"/>
                </a:cubicBezTo>
                <a:close/>
              </a:path>
            </a:pathLst>
          </a:custGeom>
          <a:solidFill>
            <a:srgbClr val="F7A9A8">
              <a:alpha val="50000"/>
            </a:srgbClr>
          </a:solidFill>
          <a:ln w="11087"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90E3A190-6564-F0FB-2588-14E7B61B5216}"/>
              </a:ext>
            </a:extLst>
          </p:cNvPr>
          <p:cNvSpPr/>
          <p:nvPr/>
        </p:nvSpPr>
        <p:spPr>
          <a:xfrm>
            <a:off x="2071394" y="3948455"/>
            <a:ext cx="478260" cy="143268"/>
          </a:xfrm>
          <a:custGeom>
            <a:avLst/>
            <a:gdLst>
              <a:gd name="connsiteX0" fmla="*/ 0 w 478260"/>
              <a:gd name="connsiteY0" fmla="*/ 0 h 143268"/>
              <a:gd name="connsiteX1" fmla="*/ 125478 w 478260"/>
              <a:gd name="connsiteY1" fmla="*/ 143269 h 143268"/>
              <a:gd name="connsiteX2" fmla="*/ 126732 w 478260"/>
              <a:gd name="connsiteY2" fmla="*/ 99009 h 143268"/>
              <a:gd name="connsiteX3" fmla="*/ 304594 w 478260"/>
              <a:gd name="connsiteY3" fmla="*/ 103403 h 143268"/>
              <a:gd name="connsiteX4" fmla="*/ 466674 w 478260"/>
              <a:gd name="connsiteY4" fmla="*/ 40654 h 143268"/>
              <a:gd name="connsiteX5" fmla="*/ 478261 w 478260"/>
              <a:gd name="connsiteY5" fmla="*/ 27169 h 143268"/>
              <a:gd name="connsiteX6" fmla="*/ 338666 w 478260"/>
              <a:gd name="connsiteY6" fmla="*/ 64737 h 143268"/>
              <a:gd name="connsiteX7" fmla="*/ 0 w 478260"/>
              <a:gd name="connsiteY7" fmla="*/ 0 h 14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260" h="143268">
                <a:moveTo>
                  <a:pt x="0" y="0"/>
                </a:moveTo>
                <a:cubicBezTo>
                  <a:pt x="35837" y="52595"/>
                  <a:pt x="78132" y="100740"/>
                  <a:pt x="125478" y="143269"/>
                </a:cubicBezTo>
                <a:cubicBezTo>
                  <a:pt x="125433" y="128508"/>
                  <a:pt x="125722" y="113736"/>
                  <a:pt x="126732" y="99009"/>
                </a:cubicBezTo>
                <a:cubicBezTo>
                  <a:pt x="186053" y="98187"/>
                  <a:pt x="245351" y="106644"/>
                  <a:pt x="304594" y="103403"/>
                </a:cubicBezTo>
                <a:cubicBezTo>
                  <a:pt x="363837" y="100163"/>
                  <a:pt x="425477" y="83349"/>
                  <a:pt x="466674" y="40654"/>
                </a:cubicBezTo>
                <a:cubicBezTo>
                  <a:pt x="470803" y="36369"/>
                  <a:pt x="474610" y="31819"/>
                  <a:pt x="478261" y="27169"/>
                </a:cubicBezTo>
                <a:cubicBezTo>
                  <a:pt x="439472" y="55237"/>
                  <a:pt x="387476" y="63116"/>
                  <a:pt x="338666" y="64737"/>
                </a:cubicBezTo>
                <a:cubicBezTo>
                  <a:pt x="222844" y="68599"/>
                  <a:pt x="106233" y="46303"/>
                  <a:pt x="0" y="0"/>
                </a:cubicBezTo>
                <a:close/>
              </a:path>
            </a:pathLst>
          </a:custGeom>
          <a:solidFill>
            <a:srgbClr val="F7A9A8"/>
          </a:solidFill>
          <a:ln w="11087"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29BE33C4-C037-0C56-098C-06C5B64D6119}"/>
              </a:ext>
            </a:extLst>
          </p:cNvPr>
          <p:cNvSpPr/>
          <p:nvPr/>
        </p:nvSpPr>
        <p:spPr>
          <a:xfrm>
            <a:off x="1165159" y="2730190"/>
            <a:ext cx="997063" cy="1430043"/>
          </a:xfrm>
          <a:custGeom>
            <a:avLst/>
            <a:gdLst>
              <a:gd name="connsiteX0" fmla="*/ 848013 w 997063"/>
              <a:gd name="connsiteY0" fmla="*/ 1104174 h 1430043"/>
              <a:gd name="connsiteX1" fmla="*/ 752124 w 997063"/>
              <a:gd name="connsiteY1" fmla="*/ 1052911 h 1430043"/>
              <a:gd name="connsiteX2" fmla="*/ 728584 w 997063"/>
              <a:gd name="connsiteY2" fmla="*/ 1032956 h 1430043"/>
              <a:gd name="connsiteX3" fmla="*/ 719383 w 997063"/>
              <a:gd name="connsiteY3" fmla="*/ 1006620 h 1430043"/>
              <a:gd name="connsiteX4" fmla="*/ 699695 w 997063"/>
              <a:gd name="connsiteY4" fmla="*/ 895836 h 1430043"/>
              <a:gd name="connsiteX5" fmla="*/ 636523 w 997063"/>
              <a:gd name="connsiteY5" fmla="*/ 1019660 h 1430043"/>
              <a:gd name="connsiteX6" fmla="*/ 659075 w 997063"/>
              <a:gd name="connsiteY6" fmla="*/ 563307 h 1430043"/>
              <a:gd name="connsiteX7" fmla="*/ 502433 w 997063"/>
              <a:gd name="connsiteY7" fmla="*/ 977919 h 1430043"/>
              <a:gd name="connsiteX8" fmla="*/ 443390 w 997063"/>
              <a:gd name="connsiteY8" fmla="*/ 1056351 h 1430043"/>
              <a:gd name="connsiteX9" fmla="*/ 458794 w 997063"/>
              <a:gd name="connsiteY9" fmla="*/ 875826 h 1430043"/>
              <a:gd name="connsiteX10" fmla="*/ 592829 w 997063"/>
              <a:gd name="connsiteY10" fmla="*/ 291176 h 1430043"/>
              <a:gd name="connsiteX11" fmla="*/ 220191 w 997063"/>
              <a:gd name="connsiteY11" fmla="*/ 976721 h 1430043"/>
              <a:gd name="connsiteX12" fmla="*/ 380185 w 997063"/>
              <a:gd name="connsiteY12" fmla="*/ 402526 h 1430043"/>
              <a:gd name="connsiteX13" fmla="*/ 532854 w 997063"/>
              <a:gd name="connsiteY13" fmla="*/ 0 h 1430043"/>
              <a:gd name="connsiteX14" fmla="*/ 478838 w 997063"/>
              <a:gd name="connsiteY14" fmla="*/ 48067 h 1430043"/>
              <a:gd name="connsiteX15" fmla="*/ 0 w 997063"/>
              <a:gd name="connsiteY15" fmla="*/ 1120911 h 1430043"/>
              <a:gd name="connsiteX16" fmla="*/ 646112 w 997063"/>
              <a:gd name="connsiteY16" fmla="*/ 1321224 h 1430043"/>
              <a:gd name="connsiteX17" fmla="*/ 683747 w 997063"/>
              <a:gd name="connsiteY17" fmla="*/ 1150021 h 1430043"/>
              <a:gd name="connsiteX18" fmla="*/ 697109 w 997063"/>
              <a:gd name="connsiteY18" fmla="*/ 1337040 h 1430043"/>
              <a:gd name="connsiteX19" fmla="*/ 724233 w 997063"/>
              <a:gd name="connsiteY19" fmla="*/ 1345452 h 1430043"/>
              <a:gd name="connsiteX20" fmla="*/ 738006 w 997063"/>
              <a:gd name="connsiteY20" fmla="*/ 1217633 h 1430043"/>
              <a:gd name="connsiteX21" fmla="*/ 754898 w 997063"/>
              <a:gd name="connsiteY21" fmla="*/ 1354963 h 1430043"/>
              <a:gd name="connsiteX22" fmla="*/ 997064 w 997063"/>
              <a:gd name="connsiteY22" fmla="*/ 1430044 h 1430043"/>
              <a:gd name="connsiteX23" fmla="*/ 978774 w 997063"/>
              <a:gd name="connsiteY23" fmla="*/ 1113763 h 1430043"/>
              <a:gd name="connsiteX24" fmla="*/ 848013 w 997063"/>
              <a:gd name="connsiteY24" fmla="*/ 1104174 h 143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7063" h="1430043">
                <a:moveTo>
                  <a:pt x="848013" y="1104174"/>
                </a:moveTo>
                <a:cubicBezTo>
                  <a:pt x="813819" y="1091933"/>
                  <a:pt x="782810" y="1072344"/>
                  <a:pt x="752124" y="1052911"/>
                </a:cubicBezTo>
                <a:cubicBezTo>
                  <a:pt x="743367" y="1047362"/>
                  <a:pt x="734344" y="1041568"/>
                  <a:pt x="728584" y="1032956"/>
                </a:cubicBezTo>
                <a:cubicBezTo>
                  <a:pt x="723379" y="1025176"/>
                  <a:pt x="721304" y="1015787"/>
                  <a:pt x="719383" y="1006620"/>
                </a:cubicBezTo>
                <a:cubicBezTo>
                  <a:pt x="711715" y="969895"/>
                  <a:pt x="705155" y="932949"/>
                  <a:pt x="699695" y="895836"/>
                </a:cubicBezTo>
                <a:cubicBezTo>
                  <a:pt x="674113" y="934580"/>
                  <a:pt x="652882" y="976199"/>
                  <a:pt x="636523" y="1019660"/>
                </a:cubicBezTo>
                <a:cubicBezTo>
                  <a:pt x="644037" y="867546"/>
                  <a:pt x="651561" y="715421"/>
                  <a:pt x="659075" y="563307"/>
                </a:cubicBezTo>
                <a:cubicBezTo>
                  <a:pt x="606857" y="701515"/>
                  <a:pt x="554640" y="839723"/>
                  <a:pt x="502433" y="977919"/>
                </a:cubicBezTo>
                <a:cubicBezTo>
                  <a:pt x="490480" y="1009550"/>
                  <a:pt x="475131" y="1044687"/>
                  <a:pt x="443390" y="1056351"/>
                </a:cubicBezTo>
                <a:cubicBezTo>
                  <a:pt x="440194" y="995921"/>
                  <a:pt x="448950" y="935535"/>
                  <a:pt x="458794" y="875826"/>
                </a:cubicBezTo>
                <a:cubicBezTo>
                  <a:pt x="491357" y="678431"/>
                  <a:pt x="536139" y="483044"/>
                  <a:pt x="592829" y="291176"/>
                </a:cubicBezTo>
                <a:cubicBezTo>
                  <a:pt x="479892" y="525540"/>
                  <a:pt x="349975" y="751247"/>
                  <a:pt x="220191" y="976721"/>
                </a:cubicBezTo>
                <a:cubicBezTo>
                  <a:pt x="289101" y="790269"/>
                  <a:pt x="322673" y="592796"/>
                  <a:pt x="380185" y="402526"/>
                </a:cubicBezTo>
                <a:cubicBezTo>
                  <a:pt x="421737" y="265084"/>
                  <a:pt x="475675" y="131782"/>
                  <a:pt x="532854" y="0"/>
                </a:cubicBezTo>
                <a:cubicBezTo>
                  <a:pt x="511234" y="14994"/>
                  <a:pt x="494598" y="31386"/>
                  <a:pt x="478838" y="48067"/>
                </a:cubicBezTo>
                <a:cubicBezTo>
                  <a:pt x="427319" y="102615"/>
                  <a:pt x="0" y="1120911"/>
                  <a:pt x="0" y="1120911"/>
                </a:cubicBezTo>
                <a:lnTo>
                  <a:pt x="646112" y="1321224"/>
                </a:lnTo>
                <a:lnTo>
                  <a:pt x="683747" y="1150021"/>
                </a:lnTo>
                <a:lnTo>
                  <a:pt x="697109" y="1337040"/>
                </a:lnTo>
                <a:lnTo>
                  <a:pt x="724233" y="1345452"/>
                </a:lnTo>
                <a:lnTo>
                  <a:pt x="738006" y="1217633"/>
                </a:lnTo>
                <a:lnTo>
                  <a:pt x="754898" y="1354963"/>
                </a:lnTo>
                <a:lnTo>
                  <a:pt x="997064" y="1430044"/>
                </a:lnTo>
                <a:lnTo>
                  <a:pt x="978774" y="1113763"/>
                </a:lnTo>
                <a:cubicBezTo>
                  <a:pt x="935357" y="1122164"/>
                  <a:pt x="889676" y="1119090"/>
                  <a:pt x="848013" y="1104174"/>
                </a:cubicBezTo>
                <a:close/>
              </a:path>
            </a:pathLst>
          </a:custGeom>
          <a:solidFill>
            <a:schemeClr val="tx1">
              <a:lumMod val="85000"/>
              <a:lumOff val="15000"/>
            </a:schemeClr>
          </a:solidFill>
          <a:ln w="11087"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B483A97B-BD03-0230-FAEA-20B7F19534AF}"/>
              </a:ext>
            </a:extLst>
          </p:cNvPr>
          <p:cNvSpPr/>
          <p:nvPr/>
        </p:nvSpPr>
        <p:spPr>
          <a:xfrm>
            <a:off x="1385372" y="2662635"/>
            <a:ext cx="1333748" cy="1185906"/>
          </a:xfrm>
          <a:custGeom>
            <a:avLst/>
            <a:gdLst>
              <a:gd name="connsiteX0" fmla="*/ 1273357 w 1333748"/>
              <a:gd name="connsiteY0" fmla="*/ 390750 h 1185906"/>
              <a:gd name="connsiteX1" fmla="*/ 1294111 w 1333748"/>
              <a:gd name="connsiteY1" fmla="*/ 555516 h 1185906"/>
              <a:gd name="connsiteX2" fmla="*/ 1332567 w 1333748"/>
              <a:gd name="connsiteY2" fmla="*/ 450736 h 1185906"/>
              <a:gd name="connsiteX3" fmla="*/ 1323422 w 1333748"/>
              <a:gd name="connsiteY3" fmla="*/ 352238 h 1185906"/>
              <a:gd name="connsiteX4" fmla="*/ 1189298 w 1333748"/>
              <a:gd name="connsiteY4" fmla="*/ 155687 h 1185906"/>
              <a:gd name="connsiteX5" fmla="*/ 1127225 w 1333748"/>
              <a:gd name="connsiteY5" fmla="*/ 119429 h 1185906"/>
              <a:gd name="connsiteX6" fmla="*/ 1013268 w 1333748"/>
              <a:gd name="connsiteY6" fmla="*/ 121681 h 1185906"/>
              <a:gd name="connsiteX7" fmla="*/ 585948 w 1333748"/>
              <a:gd name="connsiteY7" fmla="*/ 454 h 1185906"/>
              <a:gd name="connsiteX8" fmla="*/ 312662 w 1333748"/>
              <a:gd name="connsiteY8" fmla="*/ 67544 h 1185906"/>
              <a:gd name="connsiteX9" fmla="*/ 159994 w 1333748"/>
              <a:gd name="connsiteY9" fmla="*/ 470070 h 1185906"/>
              <a:gd name="connsiteX10" fmla="*/ 0 w 1333748"/>
              <a:gd name="connsiteY10" fmla="*/ 1044264 h 1185906"/>
              <a:gd name="connsiteX11" fmla="*/ 372638 w 1333748"/>
              <a:gd name="connsiteY11" fmla="*/ 358720 h 1185906"/>
              <a:gd name="connsiteX12" fmla="*/ 238603 w 1333748"/>
              <a:gd name="connsiteY12" fmla="*/ 943369 h 1185906"/>
              <a:gd name="connsiteX13" fmla="*/ 223199 w 1333748"/>
              <a:gd name="connsiteY13" fmla="*/ 1123895 h 1185906"/>
              <a:gd name="connsiteX14" fmla="*/ 282242 w 1333748"/>
              <a:gd name="connsiteY14" fmla="*/ 1045463 h 1185906"/>
              <a:gd name="connsiteX15" fmla="*/ 438884 w 1333748"/>
              <a:gd name="connsiteY15" fmla="*/ 630851 h 1185906"/>
              <a:gd name="connsiteX16" fmla="*/ 416332 w 1333748"/>
              <a:gd name="connsiteY16" fmla="*/ 1087204 h 1185906"/>
              <a:gd name="connsiteX17" fmla="*/ 479504 w 1333748"/>
              <a:gd name="connsiteY17" fmla="*/ 963380 h 1185906"/>
              <a:gd name="connsiteX18" fmla="*/ 499192 w 1333748"/>
              <a:gd name="connsiteY18" fmla="*/ 1074163 h 1185906"/>
              <a:gd name="connsiteX19" fmla="*/ 508393 w 1333748"/>
              <a:gd name="connsiteY19" fmla="*/ 1100500 h 1185906"/>
              <a:gd name="connsiteX20" fmla="*/ 531932 w 1333748"/>
              <a:gd name="connsiteY20" fmla="*/ 1120455 h 1185906"/>
              <a:gd name="connsiteX21" fmla="*/ 627822 w 1333748"/>
              <a:gd name="connsiteY21" fmla="*/ 1171718 h 1185906"/>
              <a:gd name="connsiteX22" fmla="*/ 758605 w 1333748"/>
              <a:gd name="connsiteY22" fmla="*/ 1181296 h 1185906"/>
              <a:gd name="connsiteX23" fmla="*/ 746597 w 1333748"/>
              <a:gd name="connsiteY23" fmla="*/ 973623 h 1185906"/>
              <a:gd name="connsiteX24" fmla="*/ 556671 w 1333748"/>
              <a:gd name="connsiteY24" fmla="*/ 869688 h 1185906"/>
              <a:gd name="connsiteX25" fmla="*/ 685722 w 1333748"/>
              <a:gd name="connsiteY25" fmla="*/ 662559 h 1185906"/>
              <a:gd name="connsiteX26" fmla="*/ 759016 w 1333748"/>
              <a:gd name="connsiteY26" fmla="*/ 825072 h 1185906"/>
              <a:gd name="connsiteX27" fmla="*/ 902406 w 1333748"/>
              <a:gd name="connsiteY27" fmla="*/ 632283 h 1185906"/>
              <a:gd name="connsiteX28" fmla="*/ 931462 w 1333748"/>
              <a:gd name="connsiteY28" fmla="*/ 348964 h 1185906"/>
              <a:gd name="connsiteX29" fmla="*/ 1228464 w 1333748"/>
              <a:gd name="connsiteY29" fmla="*/ 426309 h 1185906"/>
              <a:gd name="connsiteX30" fmla="*/ 1242715 w 1333748"/>
              <a:gd name="connsiteY30" fmla="*/ 547336 h 1185906"/>
              <a:gd name="connsiteX31" fmla="*/ 1273357 w 1333748"/>
              <a:gd name="connsiteY31" fmla="*/ 390750 h 118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33748" h="1185906">
                <a:moveTo>
                  <a:pt x="1273357" y="390750"/>
                </a:moveTo>
                <a:cubicBezTo>
                  <a:pt x="1292169" y="443278"/>
                  <a:pt x="1299305" y="499957"/>
                  <a:pt x="1294111" y="555516"/>
                </a:cubicBezTo>
                <a:cubicBezTo>
                  <a:pt x="1315409" y="524529"/>
                  <a:pt x="1328771" y="488138"/>
                  <a:pt x="1332567" y="450736"/>
                </a:cubicBezTo>
                <a:cubicBezTo>
                  <a:pt x="1335919" y="417752"/>
                  <a:pt x="1331912" y="384290"/>
                  <a:pt x="1323422" y="352238"/>
                </a:cubicBezTo>
                <a:cubicBezTo>
                  <a:pt x="1302701" y="274073"/>
                  <a:pt x="1254534" y="203476"/>
                  <a:pt x="1189298" y="155687"/>
                </a:cubicBezTo>
                <a:cubicBezTo>
                  <a:pt x="1169932" y="141492"/>
                  <a:pt x="1149067" y="129395"/>
                  <a:pt x="1127225" y="119429"/>
                </a:cubicBezTo>
                <a:cubicBezTo>
                  <a:pt x="1065508" y="118552"/>
                  <a:pt x="1013268" y="121681"/>
                  <a:pt x="1013268" y="121681"/>
                </a:cubicBezTo>
                <a:cubicBezTo>
                  <a:pt x="1013268" y="121681"/>
                  <a:pt x="801123" y="-8635"/>
                  <a:pt x="585948" y="454"/>
                </a:cubicBezTo>
                <a:cubicBezTo>
                  <a:pt x="436587" y="6758"/>
                  <a:pt x="361728" y="33527"/>
                  <a:pt x="312662" y="67544"/>
                </a:cubicBezTo>
                <a:cubicBezTo>
                  <a:pt x="255484" y="199325"/>
                  <a:pt x="201535" y="332617"/>
                  <a:pt x="159994" y="470070"/>
                </a:cubicBezTo>
                <a:cubicBezTo>
                  <a:pt x="102482" y="660339"/>
                  <a:pt x="68910" y="857812"/>
                  <a:pt x="0" y="1044264"/>
                </a:cubicBezTo>
                <a:cubicBezTo>
                  <a:pt x="129784" y="818802"/>
                  <a:pt x="259701" y="593084"/>
                  <a:pt x="372638" y="358720"/>
                </a:cubicBezTo>
                <a:cubicBezTo>
                  <a:pt x="315959" y="550588"/>
                  <a:pt x="271166" y="745974"/>
                  <a:pt x="238603" y="943369"/>
                </a:cubicBezTo>
                <a:cubicBezTo>
                  <a:pt x="228759" y="1003079"/>
                  <a:pt x="220002" y="1063454"/>
                  <a:pt x="223199" y="1123895"/>
                </a:cubicBezTo>
                <a:cubicBezTo>
                  <a:pt x="254940" y="1112242"/>
                  <a:pt x="270289" y="1077104"/>
                  <a:pt x="282242" y="1045463"/>
                </a:cubicBezTo>
                <a:cubicBezTo>
                  <a:pt x="334460" y="907255"/>
                  <a:pt x="386666" y="769048"/>
                  <a:pt x="438884" y="630851"/>
                </a:cubicBezTo>
                <a:cubicBezTo>
                  <a:pt x="431370" y="782965"/>
                  <a:pt x="423846" y="935090"/>
                  <a:pt x="416332" y="1087204"/>
                </a:cubicBezTo>
                <a:cubicBezTo>
                  <a:pt x="432691" y="1043743"/>
                  <a:pt x="453922" y="1002124"/>
                  <a:pt x="479504" y="963380"/>
                </a:cubicBezTo>
                <a:cubicBezTo>
                  <a:pt x="484953" y="1000493"/>
                  <a:pt x="491523" y="1037439"/>
                  <a:pt x="499192" y="1074163"/>
                </a:cubicBezTo>
                <a:cubicBezTo>
                  <a:pt x="501101" y="1083320"/>
                  <a:pt x="503188" y="1092720"/>
                  <a:pt x="508393" y="1100500"/>
                </a:cubicBezTo>
                <a:cubicBezTo>
                  <a:pt x="514153" y="1109112"/>
                  <a:pt x="523176" y="1114916"/>
                  <a:pt x="531932" y="1120455"/>
                </a:cubicBezTo>
                <a:cubicBezTo>
                  <a:pt x="562619" y="1139888"/>
                  <a:pt x="593628" y="1159476"/>
                  <a:pt x="627822" y="1171718"/>
                </a:cubicBezTo>
                <a:cubicBezTo>
                  <a:pt x="669496" y="1186645"/>
                  <a:pt x="715166" y="1189719"/>
                  <a:pt x="758605" y="1181296"/>
                </a:cubicBezTo>
                <a:lnTo>
                  <a:pt x="746597" y="973623"/>
                </a:lnTo>
                <a:cubicBezTo>
                  <a:pt x="746597" y="973623"/>
                  <a:pt x="594905" y="1011480"/>
                  <a:pt x="556671" y="869688"/>
                </a:cubicBezTo>
                <a:cubicBezTo>
                  <a:pt x="518437" y="727884"/>
                  <a:pt x="602873" y="630696"/>
                  <a:pt x="685722" y="662559"/>
                </a:cubicBezTo>
                <a:cubicBezTo>
                  <a:pt x="768571" y="694422"/>
                  <a:pt x="759016" y="825072"/>
                  <a:pt x="759016" y="825072"/>
                </a:cubicBezTo>
                <a:cubicBezTo>
                  <a:pt x="759016" y="825072"/>
                  <a:pt x="868956" y="764531"/>
                  <a:pt x="902406" y="632283"/>
                </a:cubicBezTo>
                <a:cubicBezTo>
                  <a:pt x="935868" y="500046"/>
                  <a:pt x="931462" y="348964"/>
                  <a:pt x="931462" y="348964"/>
                </a:cubicBezTo>
                <a:cubicBezTo>
                  <a:pt x="931462" y="348964"/>
                  <a:pt x="1207622" y="336523"/>
                  <a:pt x="1228464" y="426309"/>
                </a:cubicBezTo>
                <a:cubicBezTo>
                  <a:pt x="1236910" y="462689"/>
                  <a:pt x="1240928" y="507227"/>
                  <a:pt x="1242715" y="547336"/>
                </a:cubicBezTo>
                <a:cubicBezTo>
                  <a:pt x="1272303" y="501633"/>
                  <a:pt x="1284012" y="444277"/>
                  <a:pt x="1273357" y="390750"/>
                </a:cubicBezTo>
                <a:close/>
              </a:path>
            </a:pathLst>
          </a:custGeom>
          <a:solidFill>
            <a:schemeClr val="tx1">
              <a:lumMod val="85000"/>
              <a:lumOff val="15000"/>
            </a:schemeClr>
          </a:solidFill>
          <a:ln w="11087"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10A0D983-F6C6-52F1-4CCA-119FF04F5BC5}"/>
              </a:ext>
            </a:extLst>
          </p:cNvPr>
          <p:cNvSpPr/>
          <p:nvPr/>
        </p:nvSpPr>
        <p:spPr>
          <a:xfrm>
            <a:off x="2512597" y="2782064"/>
            <a:ext cx="296607" cy="536171"/>
          </a:xfrm>
          <a:custGeom>
            <a:avLst/>
            <a:gdLst>
              <a:gd name="connsiteX0" fmla="*/ 189105 w 296607"/>
              <a:gd name="connsiteY0" fmla="*/ 32562 h 536171"/>
              <a:gd name="connsiteX1" fmla="*/ 0 w 296607"/>
              <a:gd name="connsiteY1" fmla="*/ 0 h 536171"/>
              <a:gd name="connsiteX2" fmla="*/ 62073 w 296607"/>
              <a:gd name="connsiteY2" fmla="*/ 36258 h 536171"/>
              <a:gd name="connsiteX3" fmla="*/ 196197 w 296607"/>
              <a:gd name="connsiteY3" fmla="*/ 232810 h 536171"/>
              <a:gd name="connsiteX4" fmla="*/ 205342 w 296607"/>
              <a:gd name="connsiteY4" fmla="*/ 331308 h 536171"/>
              <a:gd name="connsiteX5" fmla="*/ 166886 w 296607"/>
              <a:gd name="connsiteY5" fmla="*/ 436087 h 536171"/>
              <a:gd name="connsiteX6" fmla="*/ 146132 w 296607"/>
              <a:gd name="connsiteY6" fmla="*/ 271321 h 536171"/>
              <a:gd name="connsiteX7" fmla="*/ 115456 w 296607"/>
              <a:gd name="connsiteY7" fmla="*/ 427930 h 536171"/>
              <a:gd name="connsiteX8" fmla="*/ 115911 w 296607"/>
              <a:gd name="connsiteY8" fmla="*/ 536172 h 536171"/>
              <a:gd name="connsiteX9" fmla="*/ 295160 w 296607"/>
              <a:gd name="connsiteY9" fmla="*/ 326535 h 536171"/>
              <a:gd name="connsiteX10" fmla="*/ 189105 w 296607"/>
              <a:gd name="connsiteY10" fmla="*/ 32562 h 53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607" h="536171">
                <a:moveTo>
                  <a:pt x="189105" y="32562"/>
                </a:moveTo>
                <a:cubicBezTo>
                  <a:pt x="161059" y="7813"/>
                  <a:pt x="73760" y="1043"/>
                  <a:pt x="0" y="0"/>
                </a:cubicBezTo>
                <a:cubicBezTo>
                  <a:pt x="21842" y="9966"/>
                  <a:pt x="42707" y="22063"/>
                  <a:pt x="62073" y="36258"/>
                </a:cubicBezTo>
                <a:cubicBezTo>
                  <a:pt x="127309" y="84048"/>
                  <a:pt x="175476" y="154644"/>
                  <a:pt x="196197" y="232810"/>
                </a:cubicBezTo>
                <a:cubicBezTo>
                  <a:pt x="204687" y="264851"/>
                  <a:pt x="208693" y="298323"/>
                  <a:pt x="205342" y="331308"/>
                </a:cubicBezTo>
                <a:cubicBezTo>
                  <a:pt x="201546" y="368720"/>
                  <a:pt x="188184" y="405112"/>
                  <a:pt x="166886" y="436087"/>
                </a:cubicBezTo>
                <a:cubicBezTo>
                  <a:pt x="172080" y="380529"/>
                  <a:pt x="164944" y="323850"/>
                  <a:pt x="146132" y="271321"/>
                </a:cubicBezTo>
                <a:cubicBezTo>
                  <a:pt x="156775" y="324848"/>
                  <a:pt x="145078" y="382205"/>
                  <a:pt x="115456" y="427930"/>
                </a:cubicBezTo>
                <a:cubicBezTo>
                  <a:pt x="118086" y="486818"/>
                  <a:pt x="115911" y="536172"/>
                  <a:pt x="115911" y="536172"/>
                </a:cubicBezTo>
                <a:cubicBezTo>
                  <a:pt x="115911" y="536172"/>
                  <a:pt x="283041" y="417453"/>
                  <a:pt x="295160" y="326535"/>
                </a:cubicBezTo>
                <a:cubicBezTo>
                  <a:pt x="307291" y="235618"/>
                  <a:pt x="240623" y="78021"/>
                  <a:pt x="189105" y="32562"/>
                </a:cubicBezTo>
                <a:close/>
              </a:path>
            </a:pathLst>
          </a:custGeom>
          <a:solidFill>
            <a:schemeClr val="tx1">
              <a:lumMod val="85000"/>
              <a:lumOff val="15000"/>
            </a:schemeClr>
          </a:solidFill>
          <a:ln w="11087"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DBB443C2-64B9-81AB-78C6-9875F9CBBD80}"/>
              </a:ext>
            </a:extLst>
          </p:cNvPr>
          <p:cNvSpPr/>
          <p:nvPr/>
        </p:nvSpPr>
        <p:spPr>
          <a:xfrm>
            <a:off x="2090960" y="3589235"/>
            <a:ext cx="86689" cy="86678"/>
          </a:xfrm>
          <a:custGeom>
            <a:avLst/>
            <a:gdLst>
              <a:gd name="connsiteX0" fmla="*/ 86689 w 86689"/>
              <a:gd name="connsiteY0" fmla="*/ 43339 h 86678"/>
              <a:gd name="connsiteX1" fmla="*/ 43350 w 86689"/>
              <a:gd name="connsiteY1" fmla="*/ 86678 h 86678"/>
              <a:gd name="connsiteX2" fmla="*/ 0 w 86689"/>
              <a:gd name="connsiteY2" fmla="*/ 43339 h 86678"/>
              <a:gd name="connsiteX3" fmla="*/ 43350 w 86689"/>
              <a:gd name="connsiteY3" fmla="*/ 0 h 86678"/>
              <a:gd name="connsiteX4" fmla="*/ 86689 w 86689"/>
              <a:gd name="connsiteY4" fmla="*/ 43339 h 86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89" h="86678">
                <a:moveTo>
                  <a:pt x="86689" y="43339"/>
                </a:moveTo>
                <a:cubicBezTo>
                  <a:pt x="86689" y="67278"/>
                  <a:pt x="67278" y="86678"/>
                  <a:pt x="43350" y="86678"/>
                </a:cubicBezTo>
                <a:cubicBezTo>
                  <a:pt x="19411" y="86678"/>
                  <a:pt x="0" y="67267"/>
                  <a:pt x="0" y="43339"/>
                </a:cubicBezTo>
                <a:cubicBezTo>
                  <a:pt x="0" y="19400"/>
                  <a:pt x="19411" y="0"/>
                  <a:pt x="43350" y="0"/>
                </a:cubicBezTo>
                <a:cubicBezTo>
                  <a:pt x="67289" y="-11"/>
                  <a:pt x="86689" y="19400"/>
                  <a:pt x="86689" y="43339"/>
                </a:cubicBezTo>
                <a:close/>
              </a:path>
            </a:pathLst>
          </a:custGeom>
          <a:solidFill>
            <a:srgbClr val="FFFFFF"/>
          </a:solidFill>
          <a:ln w="11087"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5956098B-83D5-264E-1F86-EE4B059BC6B3}"/>
              </a:ext>
            </a:extLst>
          </p:cNvPr>
          <p:cNvSpPr/>
          <p:nvPr/>
        </p:nvSpPr>
        <p:spPr>
          <a:xfrm>
            <a:off x="2033205" y="3675913"/>
            <a:ext cx="202211" cy="202211"/>
          </a:xfrm>
          <a:custGeom>
            <a:avLst/>
            <a:gdLst>
              <a:gd name="connsiteX0" fmla="*/ 101106 w 202211"/>
              <a:gd name="connsiteY0" fmla="*/ 0 h 202211"/>
              <a:gd name="connsiteX1" fmla="*/ 0 w 202211"/>
              <a:gd name="connsiteY1" fmla="*/ 101106 h 202211"/>
              <a:gd name="connsiteX2" fmla="*/ 101106 w 202211"/>
              <a:gd name="connsiteY2" fmla="*/ 202212 h 202211"/>
              <a:gd name="connsiteX3" fmla="*/ 202212 w 202211"/>
              <a:gd name="connsiteY3" fmla="*/ 101106 h 202211"/>
              <a:gd name="connsiteX4" fmla="*/ 101106 w 202211"/>
              <a:gd name="connsiteY4" fmla="*/ 0 h 202211"/>
              <a:gd name="connsiteX5" fmla="*/ 101106 w 202211"/>
              <a:gd name="connsiteY5" fmla="*/ 179849 h 202211"/>
              <a:gd name="connsiteX6" fmla="*/ 22363 w 202211"/>
              <a:gd name="connsiteY6" fmla="*/ 101117 h 202211"/>
              <a:gd name="connsiteX7" fmla="*/ 101106 w 202211"/>
              <a:gd name="connsiteY7" fmla="*/ 22386 h 202211"/>
              <a:gd name="connsiteX8" fmla="*/ 179837 w 202211"/>
              <a:gd name="connsiteY8" fmla="*/ 101117 h 202211"/>
              <a:gd name="connsiteX9" fmla="*/ 101106 w 202211"/>
              <a:gd name="connsiteY9" fmla="*/ 179849 h 202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211" h="202211">
                <a:moveTo>
                  <a:pt x="101106" y="0"/>
                </a:moveTo>
                <a:cubicBezTo>
                  <a:pt x="45270" y="0"/>
                  <a:pt x="0" y="45270"/>
                  <a:pt x="0" y="101106"/>
                </a:cubicBezTo>
                <a:cubicBezTo>
                  <a:pt x="0" y="156942"/>
                  <a:pt x="45270" y="202212"/>
                  <a:pt x="101106" y="202212"/>
                </a:cubicBezTo>
                <a:cubicBezTo>
                  <a:pt x="156942" y="202212"/>
                  <a:pt x="202212" y="156942"/>
                  <a:pt x="202212" y="101106"/>
                </a:cubicBezTo>
                <a:cubicBezTo>
                  <a:pt x="202212" y="45270"/>
                  <a:pt x="156942" y="0"/>
                  <a:pt x="101106" y="0"/>
                </a:cubicBezTo>
                <a:close/>
                <a:moveTo>
                  <a:pt x="101106" y="179849"/>
                </a:moveTo>
                <a:cubicBezTo>
                  <a:pt x="57623" y="179849"/>
                  <a:pt x="22363" y="144600"/>
                  <a:pt x="22363" y="101117"/>
                </a:cubicBezTo>
                <a:cubicBezTo>
                  <a:pt x="22363" y="57634"/>
                  <a:pt x="57611" y="22386"/>
                  <a:pt x="101106" y="22386"/>
                </a:cubicBezTo>
                <a:cubicBezTo>
                  <a:pt x="144589" y="22386"/>
                  <a:pt x="179837" y="57634"/>
                  <a:pt x="179837" y="101117"/>
                </a:cubicBezTo>
                <a:cubicBezTo>
                  <a:pt x="179837" y="144589"/>
                  <a:pt x="144589" y="179849"/>
                  <a:pt x="101106" y="179849"/>
                </a:cubicBezTo>
                <a:close/>
              </a:path>
            </a:pathLst>
          </a:custGeom>
          <a:solidFill>
            <a:srgbClr val="FFFFFF"/>
          </a:solidFill>
          <a:ln w="11087" cap="flat">
            <a:noFill/>
            <a:prstDash val="solid"/>
            <a:miter/>
          </a:ln>
        </p:spPr>
        <p:txBody>
          <a:bodyPr rtlCol="0" anchor="ctr"/>
          <a:lstStyle/>
          <a:p>
            <a:endParaRPr lang="en-US"/>
          </a:p>
        </p:txBody>
      </p:sp>
      <p:sp>
        <p:nvSpPr>
          <p:cNvPr id="135" name="TextBox 134">
            <a:extLst>
              <a:ext uri="{FF2B5EF4-FFF2-40B4-BE49-F238E27FC236}">
                <a16:creationId xmlns:a16="http://schemas.microsoft.com/office/drawing/2014/main" id="{0E25A0D6-1ACB-E22E-2BEA-088FE3B1A76C}"/>
              </a:ext>
            </a:extLst>
          </p:cNvPr>
          <p:cNvSpPr txBox="1"/>
          <p:nvPr/>
        </p:nvSpPr>
        <p:spPr>
          <a:xfrm>
            <a:off x="7325231" y="5218561"/>
            <a:ext cx="1670465" cy="246221"/>
          </a:xfrm>
          <a:prstGeom prst="rect">
            <a:avLst/>
          </a:prstGeom>
          <a:noFill/>
        </p:spPr>
        <p:txBody>
          <a:bodyPr wrap="square" anchor="ctr">
            <a:spAutoFit/>
          </a:bodyPr>
          <a:lstStyle/>
          <a:p>
            <a:r>
              <a:rPr lang="en-US" sz="1000" dirty="0">
                <a:solidFill>
                  <a:schemeClr val="tx1">
                    <a:lumMod val="75000"/>
                    <a:lumOff val="25000"/>
                  </a:schemeClr>
                </a:solidFill>
                <a:latin typeface="Roboto" panose="02000000000000000000" pitchFamily="2" charset="0"/>
                <a:ea typeface="Roboto" panose="02000000000000000000" pitchFamily="2" charset="0"/>
                <a:cs typeface="Open Sans" panose="020B0606030504020204" pitchFamily="34" charset="0"/>
              </a:rPr>
              <a:t>www.reallygreatsite.com</a:t>
            </a:r>
          </a:p>
        </p:txBody>
      </p:sp>
      <p:sp>
        <p:nvSpPr>
          <p:cNvPr id="136" name="TextBox 135">
            <a:extLst>
              <a:ext uri="{FF2B5EF4-FFF2-40B4-BE49-F238E27FC236}">
                <a16:creationId xmlns:a16="http://schemas.microsoft.com/office/drawing/2014/main" id="{F65860D2-3C06-6868-0178-69DC69FF1E96}"/>
              </a:ext>
            </a:extLst>
          </p:cNvPr>
          <p:cNvSpPr txBox="1"/>
          <p:nvPr/>
        </p:nvSpPr>
        <p:spPr>
          <a:xfrm>
            <a:off x="7325231" y="4303933"/>
            <a:ext cx="1670465" cy="246221"/>
          </a:xfrm>
          <a:prstGeom prst="rect">
            <a:avLst/>
          </a:prstGeom>
          <a:noFill/>
        </p:spPr>
        <p:txBody>
          <a:bodyPr wrap="square" anchor="ctr">
            <a:spAutoFit/>
          </a:bodyPr>
          <a:lstStyle/>
          <a:p>
            <a:r>
              <a:rPr lang="en-US" sz="1000" dirty="0">
                <a:solidFill>
                  <a:schemeClr val="tx1">
                    <a:lumMod val="75000"/>
                    <a:lumOff val="25000"/>
                  </a:schemeClr>
                </a:solidFill>
                <a:latin typeface="Roboto" panose="02000000000000000000" pitchFamily="2" charset="0"/>
                <a:ea typeface="Roboto" panose="02000000000000000000" pitchFamily="2" charset="0"/>
                <a:cs typeface="Open Sans" panose="020B0606030504020204" pitchFamily="34" charset="0"/>
              </a:rPr>
              <a:t>+123-456-7890</a:t>
            </a:r>
          </a:p>
        </p:txBody>
      </p:sp>
      <p:sp>
        <p:nvSpPr>
          <p:cNvPr id="137" name="TextBox 136">
            <a:extLst>
              <a:ext uri="{FF2B5EF4-FFF2-40B4-BE49-F238E27FC236}">
                <a16:creationId xmlns:a16="http://schemas.microsoft.com/office/drawing/2014/main" id="{7763608B-EBED-8CF6-6230-1A58859D4174}"/>
              </a:ext>
            </a:extLst>
          </p:cNvPr>
          <p:cNvSpPr txBox="1"/>
          <p:nvPr/>
        </p:nvSpPr>
        <p:spPr>
          <a:xfrm>
            <a:off x="9817753" y="4309098"/>
            <a:ext cx="1820886" cy="246221"/>
          </a:xfrm>
          <a:prstGeom prst="rect">
            <a:avLst/>
          </a:prstGeom>
          <a:noFill/>
        </p:spPr>
        <p:txBody>
          <a:bodyPr wrap="square" anchor="ctr">
            <a:spAutoFit/>
          </a:bodyPr>
          <a:lstStyle/>
          <a:p>
            <a:r>
              <a:rPr lang="en-US" sz="1000" dirty="0">
                <a:solidFill>
                  <a:schemeClr val="tx1">
                    <a:lumMod val="75000"/>
                    <a:lumOff val="25000"/>
                  </a:schemeClr>
                </a:solidFill>
                <a:latin typeface="Roboto" panose="02000000000000000000" pitchFamily="2" charset="0"/>
                <a:ea typeface="Roboto" panose="02000000000000000000" pitchFamily="2" charset="0"/>
                <a:cs typeface="Open Sans" panose="020B0606030504020204" pitchFamily="34" charset="0"/>
              </a:rPr>
              <a:t>hello@reallygreatsite.com</a:t>
            </a:r>
          </a:p>
        </p:txBody>
      </p:sp>
      <p:sp>
        <p:nvSpPr>
          <p:cNvPr id="138" name="TextBox 137">
            <a:extLst>
              <a:ext uri="{FF2B5EF4-FFF2-40B4-BE49-F238E27FC236}">
                <a16:creationId xmlns:a16="http://schemas.microsoft.com/office/drawing/2014/main" id="{296CEACD-2662-8610-EF16-84DD799A320B}"/>
              </a:ext>
            </a:extLst>
          </p:cNvPr>
          <p:cNvSpPr txBox="1"/>
          <p:nvPr/>
        </p:nvSpPr>
        <p:spPr>
          <a:xfrm>
            <a:off x="9817753" y="5218561"/>
            <a:ext cx="1820886" cy="246221"/>
          </a:xfrm>
          <a:prstGeom prst="rect">
            <a:avLst/>
          </a:prstGeom>
          <a:noFill/>
        </p:spPr>
        <p:txBody>
          <a:bodyPr wrap="square" anchor="ctr">
            <a:spAutoFit/>
          </a:bodyPr>
          <a:lstStyle/>
          <a:p>
            <a:r>
              <a:rPr lang="en-US" sz="1000" dirty="0">
                <a:solidFill>
                  <a:schemeClr val="tx1">
                    <a:lumMod val="75000"/>
                    <a:lumOff val="25000"/>
                  </a:schemeClr>
                </a:solidFill>
                <a:latin typeface="Roboto" panose="02000000000000000000" pitchFamily="2" charset="0"/>
                <a:ea typeface="Roboto" panose="02000000000000000000" pitchFamily="2" charset="0"/>
                <a:cs typeface="Open Sans" panose="020B0606030504020204" pitchFamily="34" charset="0"/>
              </a:rPr>
              <a:t>123 Anywhere St., Any City</a:t>
            </a:r>
            <a:endParaRPr lang="en-ID" sz="1000" dirty="0">
              <a:solidFill>
                <a:schemeClr val="tx1">
                  <a:lumMod val="75000"/>
                  <a:lumOff val="25000"/>
                </a:schemeClr>
              </a:solidFill>
              <a:latin typeface="Roboto" panose="02000000000000000000" pitchFamily="2" charset="0"/>
              <a:ea typeface="Roboto" panose="02000000000000000000" pitchFamily="2" charset="0"/>
              <a:cs typeface="Open Sans" panose="020B0606030504020204" pitchFamily="34" charset="0"/>
            </a:endParaRPr>
          </a:p>
        </p:txBody>
      </p:sp>
      <p:sp>
        <p:nvSpPr>
          <p:cNvPr id="139" name="Rectangle: Rounded Corners 8">
            <a:extLst>
              <a:ext uri="{FF2B5EF4-FFF2-40B4-BE49-F238E27FC236}">
                <a16:creationId xmlns:a16="http://schemas.microsoft.com/office/drawing/2014/main" id="{BB8B1E41-17DF-0D1D-592D-0BA3C7DC2AAD}"/>
              </a:ext>
            </a:extLst>
          </p:cNvPr>
          <p:cNvSpPr/>
          <p:nvPr/>
        </p:nvSpPr>
        <p:spPr>
          <a:xfrm>
            <a:off x="6804110" y="4209209"/>
            <a:ext cx="444514" cy="444512"/>
          </a:xfrm>
          <a:prstGeom prst="roundRect">
            <a:avLst>
              <a:gd name="adj" fmla="val 50000"/>
            </a:avLst>
          </a:prstGeom>
          <a:solidFill>
            <a:schemeClr val="accent1"/>
          </a:solidFill>
          <a:ln>
            <a:noFill/>
          </a:ln>
          <a:effectLst>
            <a:outerShdw blurRad="254000" dist="190500" dir="2700000" algn="tl"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140" name="Rectangle: Rounded Corners 9">
            <a:extLst>
              <a:ext uri="{FF2B5EF4-FFF2-40B4-BE49-F238E27FC236}">
                <a16:creationId xmlns:a16="http://schemas.microsoft.com/office/drawing/2014/main" id="{AEEB0AFB-56FF-1555-3226-01E5C9274F20}"/>
              </a:ext>
            </a:extLst>
          </p:cNvPr>
          <p:cNvSpPr/>
          <p:nvPr/>
        </p:nvSpPr>
        <p:spPr>
          <a:xfrm>
            <a:off x="6804110" y="5119416"/>
            <a:ext cx="444514" cy="444512"/>
          </a:xfrm>
          <a:prstGeom prst="roundRect">
            <a:avLst>
              <a:gd name="adj" fmla="val 50000"/>
            </a:avLst>
          </a:prstGeom>
          <a:solidFill>
            <a:schemeClr val="accent2"/>
          </a:solidFill>
          <a:ln>
            <a:noFill/>
          </a:ln>
          <a:effectLst>
            <a:outerShdw blurRad="254000" dist="190500" dir="2700000" algn="tl"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141" name="Rectangle: Rounded Corners 10">
            <a:extLst>
              <a:ext uri="{FF2B5EF4-FFF2-40B4-BE49-F238E27FC236}">
                <a16:creationId xmlns:a16="http://schemas.microsoft.com/office/drawing/2014/main" id="{0C1BD038-DC46-CF5F-8C3D-4B433CB5A71B}"/>
              </a:ext>
            </a:extLst>
          </p:cNvPr>
          <p:cNvSpPr/>
          <p:nvPr/>
        </p:nvSpPr>
        <p:spPr>
          <a:xfrm>
            <a:off x="9279151" y="4209209"/>
            <a:ext cx="444514" cy="444512"/>
          </a:xfrm>
          <a:prstGeom prst="roundRect">
            <a:avLst>
              <a:gd name="adj" fmla="val 50000"/>
            </a:avLst>
          </a:prstGeom>
          <a:solidFill>
            <a:schemeClr val="accent2"/>
          </a:solidFill>
          <a:ln>
            <a:noFill/>
          </a:ln>
          <a:effectLst>
            <a:outerShdw blurRad="254000" dist="190500" dir="2700000" algn="tl"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sp>
        <p:nvSpPr>
          <p:cNvPr id="142" name="Rectangle: Rounded Corners 11">
            <a:extLst>
              <a:ext uri="{FF2B5EF4-FFF2-40B4-BE49-F238E27FC236}">
                <a16:creationId xmlns:a16="http://schemas.microsoft.com/office/drawing/2014/main" id="{A89535BF-ACCA-28A0-B8FC-969F1E3F84CD}"/>
              </a:ext>
            </a:extLst>
          </p:cNvPr>
          <p:cNvSpPr/>
          <p:nvPr/>
        </p:nvSpPr>
        <p:spPr>
          <a:xfrm>
            <a:off x="9279151" y="5119416"/>
            <a:ext cx="444514" cy="444512"/>
          </a:xfrm>
          <a:prstGeom prst="roundRect">
            <a:avLst>
              <a:gd name="adj" fmla="val 50000"/>
            </a:avLst>
          </a:prstGeom>
          <a:solidFill>
            <a:schemeClr val="accent1"/>
          </a:solidFill>
          <a:ln>
            <a:noFill/>
          </a:ln>
          <a:effectLst>
            <a:outerShdw blurRad="254000" dist="190500" dir="2700000" algn="tl"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85000"/>
                  <a:lumOff val="15000"/>
                </a:schemeClr>
              </a:solidFill>
            </a:endParaRPr>
          </a:p>
        </p:txBody>
      </p:sp>
      <p:pic>
        <p:nvPicPr>
          <p:cNvPr id="143" name="Graphic 142" descr="Receiver">
            <a:extLst>
              <a:ext uri="{FF2B5EF4-FFF2-40B4-BE49-F238E27FC236}">
                <a16:creationId xmlns:a16="http://schemas.microsoft.com/office/drawing/2014/main" id="{B5EF7660-E146-ADC5-F68D-B2CC7269518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35484" y="4336071"/>
            <a:ext cx="181946" cy="181946"/>
          </a:xfrm>
          <a:prstGeom prst="rect">
            <a:avLst/>
          </a:prstGeom>
        </p:spPr>
      </p:pic>
      <p:pic>
        <p:nvPicPr>
          <p:cNvPr id="144" name="Graphic 143" descr="World">
            <a:extLst>
              <a:ext uri="{FF2B5EF4-FFF2-40B4-BE49-F238E27FC236}">
                <a16:creationId xmlns:a16="http://schemas.microsoft.com/office/drawing/2014/main" id="{43B85820-FFF1-1B38-519D-5454D4B49DF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08254" y="5218639"/>
            <a:ext cx="241496" cy="241496"/>
          </a:xfrm>
          <a:prstGeom prst="rect">
            <a:avLst/>
          </a:prstGeom>
        </p:spPr>
      </p:pic>
      <p:pic>
        <p:nvPicPr>
          <p:cNvPr id="145" name="Graphic 144" descr="House">
            <a:extLst>
              <a:ext uri="{FF2B5EF4-FFF2-40B4-BE49-F238E27FC236}">
                <a16:creationId xmlns:a16="http://schemas.microsoft.com/office/drawing/2014/main" id="{054EAA1F-276D-7144-91F7-4227500B24D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80660" y="5217485"/>
            <a:ext cx="241496" cy="241496"/>
          </a:xfrm>
          <a:prstGeom prst="rect">
            <a:avLst/>
          </a:prstGeom>
        </p:spPr>
      </p:pic>
      <p:pic>
        <p:nvPicPr>
          <p:cNvPr id="146" name="Graphic 145" descr="Email">
            <a:extLst>
              <a:ext uri="{FF2B5EF4-FFF2-40B4-BE49-F238E27FC236}">
                <a16:creationId xmlns:a16="http://schemas.microsoft.com/office/drawing/2014/main" id="{5ACE2A36-15A1-1032-A68F-3404FE91F17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04635" y="4329561"/>
            <a:ext cx="199688" cy="199688"/>
          </a:xfrm>
          <a:prstGeom prst="rect">
            <a:avLst/>
          </a:prstGeom>
        </p:spPr>
      </p:pic>
      <p:sp>
        <p:nvSpPr>
          <p:cNvPr id="147" name="TextBox 146">
            <a:extLst>
              <a:ext uri="{FF2B5EF4-FFF2-40B4-BE49-F238E27FC236}">
                <a16:creationId xmlns:a16="http://schemas.microsoft.com/office/drawing/2014/main" id="{CAB48CED-AF09-A9F7-9FA7-F3DBD2FAB3D5}"/>
              </a:ext>
            </a:extLst>
          </p:cNvPr>
          <p:cNvSpPr txBox="1"/>
          <p:nvPr/>
        </p:nvSpPr>
        <p:spPr>
          <a:xfrm>
            <a:off x="6738527" y="1761303"/>
            <a:ext cx="3643313" cy="1323439"/>
          </a:xfrm>
          <a:prstGeom prst="rect">
            <a:avLst/>
          </a:prstGeom>
          <a:noFill/>
        </p:spPr>
        <p:txBody>
          <a:bodyPr wrap="square" rtlCol="0">
            <a:spAutoFit/>
          </a:bodyPr>
          <a:lstStyle/>
          <a:p>
            <a:r>
              <a:rPr lang="en-US" sz="4000" b="1">
                <a:solidFill>
                  <a:schemeClr val="accent1"/>
                </a:solidFill>
                <a:latin typeface="Poppins SemiBold" pitchFamily="2" charset="77"/>
                <a:cs typeface="Poppins SemiBold" pitchFamily="2" charset="77"/>
              </a:rPr>
              <a:t>Contact</a:t>
            </a:r>
            <a:r>
              <a:rPr lang="en-US" sz="4000" b="1">
                <a:solidFill>
                  <a:schemeClr val="tx1">
                    <a:lumMod val="85000"/>
                    <a:lumOff val="15000"/>
                  </a:schemeClr>
                </a:solidFill>
                <a:latin typeface="Poppins SemiBold" pitchFamily="2" charset="77"/>
                <a:cs typeface="Poppins SemiBold" pitchFamily="2" charset="77"/>
              </a:rPr>
              <a:t> Us Fashion </a:t>
            </a:r>
            <a:r>
              <a:rPr lang="en-US" sz="4000" b="1">
                <a:solidFill>
                  <a:schemeClr val="accent1"/>
                </a:solidFill>
                <a:latin typeface="Poppins SemiBold" pitchFamily="2" charset="77"/>
                <a:cs typeface="Poppins SemiBold" pitchFamily="2" charset="77"/>
              </a:rPr>
              <a:t>Pink</a:t>
            </a:r>
          </a:p>
        </p:txBody>
      </p:sp>
      <p:sp>
        <p:nvSpPr>
          <p:cNvPr id="149" name="TextBox 148">
            <a:extLst>
              <a:ext uri="{FF2B5EF4-FFF2-40B4-BE49-F238E27FC236}">
                <a16:creationId xmlns:a16="http://schemas.microsoft.com/office/drawing/2014/main" id="{3ABE4606-21E1-5E58-B847-B373B54657FC}"/>
              </a:ext>
            </a:extLst>
          </p:cNvPr>
          <p:cNvSpPr txBox="1"/>
          <p:nvPr/>
        </p:nvSpPr>
        <p:spPr>
          <a:xfrm>
            <a:off x="6721683" y="3145962"/>
            <a:ext cx="4025848" cy="615553"/>
          </a:xfrm>
          <a:prstGeom prst="rect">
            <a:avLst/>
          </a:prstGeom>
          <a:noFill/>
        </p:spPr>
        <p:txBody>
          <a:bodyPr wrap="square">
            <a:spAutoFit/>
          </a:bodyPr>
          <a:lstStyle/>
          <a:p>
            <a:pPr>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800110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DC2A4-3681-0A21-F0F4-2000C53221A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05714C0-2290-8376-152D-A80FA96144B1}"/>
              </a:ext>
            </a:extLst>
          </p:cNvPr>
          <p:cNvSpPr txBox="1"/>
          <p:nvPr/>
        </p:nvSpPr>
        <p:spPr>
          <a:xfrm>
            <a:off x="6601062" y="3581578"/>
            <a:ext cx="4427579" cy="2400657"/>
          </a:xfrm>
          <a:prstGeom prst="rect">
            <a:avLst/>
          </a:prstGeom>
          <a:noFill/>
        </p:spPr>
        <p:txBody>
          <a:bodyPr wrap="square" rtlCol="0">
            <a:spAutoFit/>
          </a:bodyPr>
          <a:lstStyle/>
          <a:p>
            <a:r>
              <a:rPr lang="en-US" sz="15000" b="1">
                <a:solidFill>
                  <a:schemeClr val="tx1">
                    <a:lumMod val="85000"/>
                    <a:lumOff val="15000"/>
                  </a:schemeClr>
                </a:solidFill>
                <a:latin typeface="Poppins SemiBold" pitchFamily="2" charset="77"/>
                <a:cs typeface="Poppins SemiBold" pitchFamily="2" charset="77"/>
              </a:rPr>
              <a:t>YOU</a:t>
            </a:r>
          </a:p>
        </p:txBody>
      </p:sp>
      <p:sp>
        <p:nvSpPr>
          <p:cNvPr id="7" name="TextBox 6">
            <a:extLst>
              <a:ext uri="{FF2B5EF4-FFF2-40B4-BE49-F238E27FC236}">
                <a16:creationId xmlns:a16="http://schemas.microsoft.com/office/drawing/2014/main" id="{B4E9B17C-47FA-0834-D457-F831C0335207}"/>
              </a:ext>
            </a:extLst>
          </p:cNvPr>
          <p:cNvSpPr txBox="1"/>
          <p:nvPr/>
        </p:nvSpPr>
        <p:spPr>
          <a:xfrm>
            <a:off x="915386" y="1583877"/>
            <a:ext cx="7685838" cy="2400657"/>
          </a:xfrm>
          <a:prstGeom prst="rect">
            <a:avLst/>
          </a:prstGeom>
          <a:noFill/>
        </p:spPr>
        <p:txBody>
          <a:bodyPr wrap="square" rtlCol="0">
            <a:spAutoFit/>
          </a:bodyPr>
          <a:lstStyle/>
          <a:p>
            <a:r>
              <a:rPr lang="en-US" sz="15000" b="1">
                <a:solidFill>
                  <a:schemeClr val="accent1"/>
                </a:solidFill>
                <a:latin typeface="Poppins SemiBold" pitchFamily="2" charset="77"/>
                <a:cs typeface="Poppins SemiBold" pitchFamily="2" charset="77"/>
              </a:rPr>
              <a:t>THANK</a:t>
            </a:r>
          </a:p>
        </p:txBody>
      </p:sp>
      <p:grpSp>
        <p:nvGrpSpPr>
          <p:cNvPr id="4" name="Group 3">
            <a:extLst>
              <a:ext uri="{FF2B5EF4-FFF2-40B4-BE49-F238E27FC236}">
                <a16:creationId xmlns:a16="http://schemas.microsoft.com/office/drawing/2014/main" id="{5C6E2EAF-8BE6-262E-F566-E78B76F15639}"/>
              </a:ext>
            </a:extLst>
          </p:cNvPr>
          <p:cNvGrpSpPr/>
          <p:nvPr/>
        </p:nvGrpSpPr>
        <p:grpSpPr>
          <a:xfrm>
            <a:off x="1217951" y="5103060"/>
            <a:ext cx="1260868" cy="320282"/>
            <a:chOff x="764132" y="5818742"/>
            <a:chExt cx="1260868" cy="320282"/>
          </a:xfrm>
        </p:grpSpPr>
        <p:sp>
          <p:nvSpPr>
            <p:cNvPr id="5" name="Rectangle: Rounded Corners 4">
              <a:extLst>
                <a:ext uri="{FF2B5EF4-FFF2-40B4-BE49-F238E27FC236}">
                  <a16:creationId xmlns:a16="http://schemas.microsoft.com/office/drawing/2014/main" id="{E45880ED-7931-56E7-8C56-9CB1258A286A}"/>
                </a:ext>
              </a:extLst>
            </p:cNvPr>
            <p:cNvSpPr/>
            <p:nvPr/>
          </p:nvSpPr>
          <p:spPr>
            <a:xfrm>
              <a:off x="764132" y="5818742"/>
              <a:ext cx="1260868" cy="320282"/>
            </a:xfrm>
            <a:prstGeom prst="roundRect">
              <a:avLst>
                <a:gd name="adj" fmla="val 5000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D3C2128-CF36-17B8-68D3-E63496916AB9}"/>
                </a:ext>
              </a:extLst>
            </p:cNvPr>
            <p:cNvSpPr txBox="1"/>
            <p:nvPr/>
          </p:nvSpPr>
          <p:spPr>
            <a:xfrm>
              <a:off x="870854" y="5855773"/>
              <a:ext cx="1047424" cy="246221"/>
            </a:xfrm>
            <a:prstGeom prst="rect">
              <a:avLst/>
            </a:prstGeom>
            <a:solidFill>
              <a:schemeClr val="accent1"/>
            </a:solidFill>
            <a:ln>
              <a:noFill/>
            </a:ln>
          </p:spPr>
          <p:txBody>
            <a:bodyPr wrap="square" anchor="ctr">
              <a:spAutoFit/>
            </a:bodyPr>
            <a:lstStyle/>
            <a:p>
              <a:pPr algn="ctr"/>
              <a:r>
                <a:rPr lang="en-ID" sz="1000" dirty="0">
                  <a:solidFill>
                    <a:schemeClr val="bg1"/>
                  </a:solidFill>
                  <a:latin typeface="Poppins Medium" pitchFamily="2" charset="77"/>
                  <a:cs typeface="Poppins Medium" pitchFamily="2" charset="77"/>
                </a:rPr>
                <a:t>Start Now</a:t>
              </a:r>
              <a:endParaRPr lang="en-US" sz="1000" dirty="0">
                <a:solidFill>
                  <a:schemeClr val="bg1"/>
                </a:solidFill>
                <a:latin typeface="Poppins Medium" pitchFamily="2" charset="77"/>
                <a:cs typeface="Poppins Medium" pitchFamily="2" charset="77"/>
              </a:endParaRPr>
            </a:p>
          </p:txBody>
        </p:sp>
      </p:grpSp>
      <p:sp>
        <p:nvSpPr>
          <p:cNvPr id="9" name="Oval 8">
            <a:extLst>
              <a:ext uri="{FF2B5EF4-FFF2-40B4-BE49-F238E27FC236}">
                <a16:creationId xmlns:a16="http://schemas.microsoft.com/office/drawing/2014/main" id="{D1F6B914-8206-53BA-E66B-49289EEB71A2}"/>
              </a:ext>
            </a:extLst>
          </p:cNvPr>
          <p:cNvSpPr/>
          <p:nvPr/>
        </p:nvSpPr>
        <p:spPr>
          <a:xfrm>
            <a:off x="2544736" y="5103060"/>
            <a:ext cx="320282" cy="32028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hevron 9">
            <a:extLst>
              <a:ext uri="{FF2B5EF4-FFF2-40B4-BE49-F238E27FC236}">
                <a16:creationId xmlns:a16="http://schemas.microsoft.com/office/drawing/2014/main" id="{34906631-9D99-F759-68AD-650B4D68F3D5}"/>
              </a:ext>
            </a:extLst>
          </p:cNvPr>
          <p:cNvSpPr/>
          <p:nvPr/>
        </p:nvSpPr>
        <p:spPr>
          <a:xfrm>
            <a:off x="2657252" y="5204169"/>
            <a:ext cx="119715" cy="119715"/>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2" name="Group 11">
            <a:extLst>
              <a:ext uri="{FF2B5EF4-FFF2-40B4-BE49-F238E27FC236}">
                <a16:creationId xmlns:a16="http://schemas.microsoft.com/office/drawing/2014/main" id="{1912C9BF-A534-F5B8-F7FD-017D664DF6B9}"/>
              </a:ext>
            </a:extLst>
          </p:cNvPr>
          <p:cNvGrpSpPr/>
          <p:nvPr/>
        </p:nvGrpSpPr>
        <p:grpSpPr>
          <a:xfrm>
            <a:off x="8184417" y="3003080"/>
            <a:ext cx="1260868" cy="320282"/>
            <a:chOff x="764132" y="5818742"/>
            <a:chExt cx="1260868" cy="320282"/>
          </a:xfrm>
        </p:grpSpPr>
        <p:sp>
          <p:nvSpPr>
            <p:cNvPr id="13" name="Rectangle: Rounded Corners 4">
              <a:extLst>
                <a:ext uri="{FF2B5EF4-FFF2-40B4-BE49-F238E27FC236}">
                  <a16:creationId xmlns:a16="http://schemas.microsoft.com/office/drawing/2014/main" id="{A155BA0A-0E7D-BEA4-59E9-E54C70557F84}"/>
                </a:ext>
              </a:extLst>
            </p:cNvPr>
            <p:cNvSpPr/>
            <p:nvPr/>
          </p:nvSpPr>
          <p:spPr>
            <a:xfrm>
              <a:off x="764132" y="5818742"/>
              <a:ext cx="1260868" cy="320282"/>
            </a:xfrm>
            <a:prstGeom prst="roundRect">
              <a:avLst>
                <a:gd name="adj" fmla="val 50000"/>
              </a:avLst>
            </a:prstGeom>
            <a:no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991988D-D36D-5A91-E99C-A10C21E77861}"/>
                </a:ext>
              </a:extLst>
            </p:cNvPr>
            <p:cNvSpPr txBox="1"/>
            <p:nvPr/>
          </p:nvSpPr>
          <p:spPr>
            <a:xfrm>
              <a:off x="870854" y="5855773"/>
              <a:ext cx="1047424" cy="246221"/>
            </a:xfrm>
            <a:prstGeom prst="rect">
              <a:avLst/>
            </a:prstGeom>
            <a:noFill/>
            <a:ln>
              <a:noFill/>
            </a:ln>
          </p:spPr>
          <p:txBody>
            <a:bodyPr wrap="square" anchor="ctr">
              <a:spAutoFit/>
            </a:bodyPr>
            <a:lstStyle/>
            <a:p>
              <a:pPr algn="ctr"/>
              <a:r>
                <a:rPr lang="en-ID" sz="1000" dirty="0">
                  <a:solidFill>
                    <a:schemeClr val="tx1">
                      <a:lumMod val="75000"/>
                      <a:lumOff val="25000"/>
                    </a:schemeClr>
                  </a:solidFill>
                  <a:latin typeface="Poppins Medium" pitchFamily="2" charset="77"/>
                  <a:cs typeface="Poppins Medium" pitchFamily="2" charset="77"/>
                </a:rPr>
                <a:t>Fashion</a:t>
              </a:r>
              <a:endParaRPr lang="en-US" sz="1000" dirty="0">
                <a:solidFill>
                  <a:schemeClr val="tx1">
                    <a:lumMod val="75000"/>
                    <a:lumOff val="25000"/>
                  </a:schemeClr>
                </a:solidFill>
                <a:latin typeface="Poppins Medium" pitchFamily="2" charset="77"/>
                <a:cs typeface="Poppins Medium" pitchFamily="2" charset="77"/>
              </a:endParaRPr>
            </a:p>
          </p:txBody>
        </p:sp>
      </p:grpSp>
      <p:sp>
        <p:nvSpPr>
          <p:cNvPr id="18" name="TextBox 17">
            <a:extLst>
              <a:ext uri="{FF2B5EF4-FFF2-40B4-BE49-F238E27FC236}">
                <a16:creationId xmlns:a16="http://schemas.microsoft.com/office/drawing/2014/main" id="{8BF53169-FDE6-E06F-8D9B-9C3CFF4FE302}"/>
              </a:ext>
            </a:extLst>
          </p:cNvPr>
          <p:cNvSpPr txBox="1"/>
          <p:nvPr/>
        </p:nvSpPr>
        <p:spPr>
          <a:xfrm>
            <a:off x="8139659" y="1927273"/>
            <a:ext cx="2642072" cy="892552"/>
          </a:xfrm>
          <a:prstGeom prst="rect">
            <a:avLst/>
          </a:prstGeom>
          <a:noFill/>
        </p:spPr>
        <p:txBody>
          <a:bodyPr wrap="square">
            <a:spAutoFit/>
          </a:bodyPr>
          <a:lstStyle/>
          <a:p>
            <a:pPr algn="just">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24" name="TextBox 23">
            <a:extLst>
              <a:ext uri="{FF2B5EF4-FFF2-40B4-BE49-F238E27FC236}">
                <a16:creationId xmlns:a16="http://schemas.microsoft.com/office/drawing/2014/main" id="{0B38A898-D657-76B8-BCB8-8240FFAC3F01}"/>
              </a:ext>
            </a:extLst>
          </p:cNvPr>
          <p:cNvSpPr txBox="1"/>
          <p:nvPr/>
        </p:nvSpPr>
        <p:spPr>
          <a:xfrm>
            <a:off x="1149711" y="4013814"/>
            <a:ext cx="3545119" cy="892552"/>
          </a:xfrm>
          <a:prstGeom prst="rect">
            <a:avLst/>
          </a:prstGeom>
          <a:noFill/>
        </p:spPr>
        <p:txBody>
          <a:bodyPr wrap="square">
            <a:spAutoFit/>
          </a:bodyPr>
          <a:lstStyle/>
          <a:p>
            <a:pPr algn="just">
              <a:lnSpc>
                <a:spcPct val="150000"/>
              </a:lnSpc>
            </a:pPr>
            <a:r>
              <a:rPr lang="en-ID" sz="1200" b="0" i="0">
                <a:solidFill>
                  <a:schemeClr val="tx1">
                    <a:lumMod val="75000"/>
                    <a:lumOff val="25000"/>
                  </a:schemeClr>
                </a:solidFill>
                <a:effectLst/>
                <a:latin typeface="Roboto" panose="02000000000000000000" pitchFamily="2" charset="0"/>
                <a:ea typeface="Roboto" panose="02000000000000000000" pitchFamily="2" charset="0"/>
              </a:rPr>
              <a:t>Lorem ipsum dolor sit amet, consectetur adipiscing elit, sed do eiusmod tempor incididunt ut labore et dolore magna aliqua. Ut enim ad does</a:t>
            </a:r>
            <a:endParaRPr lang="en-US" sz="1200">
              <a:solidFill>
                <a:schemeClr val="tx1">
                  <a:lumMod val="75000"/>
                  <a:lumOff val="25000"/>
                </a:schemeClr>
              </a:solidFill>
              <a:latin typeface="Roboto" panose="02000000000000000000" pitchFamily="2" charset="0"/>
              <a:ea typeface="Roboto" panose="02000000000000000000" pitchFamily="2" charset="0"/>
            </a:endParaRPr>
          </a:p>
        </p:txBody>
      </p:sp>
      <p:sp>
        <p:nvSpPr>
          <p:cNvPr id="3" name="Picture Placeholder 2">
            <a:extLst>
              <a:ext uri="{FF2B5EF4-FFF2-40B4-BE49-F238E27FC236}">
                <a16:creationId xmlns:a16="http://schemas.microsoft.com/office/drawing/2014/main" id="{F921DD9D-AFCC-C636-D1B5-8F13BAE6A922}"/>
              </a:ext>
            </a:extLst>
          </p:cNvPr>
          <p:cNvSpPr>
            <a:spLocks noGrp="1"/>
          </p:cNvSpPr>
          <p:nvPr>
            <p:ph type="pic" sz="quarter" idx="10"/>
          </p:nvPr>
        </p:nvSpPr>
        <p:spPr/>
        <p:txBody>
          <a:bodyPr/>
          <a:lstStyle/>
          <a:p>
            <a:endParaRPr lang="zh-TW" altLang="en-US"/>
          </a:p>
        </p:txBody>
      </p:sp>
    </p:spTree>
    <p:extLst>
      <p:ext uri="{BB962C8B-B14F-4D97-AF65-F5344CB8AC3E}">
        <p14:creationId xmlns:p14="http://schemas.microsoft.com/office/powerpoint/2010/main" val="3426925634"/>
      </p:ext>
    </p:extLst>
  </p:cSld>
  <p:clrMapOvr>
    <a:masterClrMapping/>
  </p:clrMapOvr>
</p:sld>
</file>

<file path=ppt/theme/theme1.xml><?xml version="1.0" encoding="utf-8"?>
<a:theme xmlns:a="http://schemas.openxmlformats.org/drawingml/2006/main" name="Office Theme">
  <a:themeElements>
    <a:clrScheme name="Fashion Pink">
      <a:dk1>
        <a:srgbClr val="000000"/>
      </a:dk1>
      <a:lt1>
        <a:srgbClr val="FFFFFF"/>
      </a:lt1>
      <a:dk2>
        <a:srgbClr val="44546A"/>
      </a:dk2>
      <a:lt2>
        <a:srgbClr val="E7E6E6"/>
      </a:lt2>
      <a:accent1>
        <a:srgbClr val="FC80A0"/>
      </a:accent1>
      <a:accent2>
        <a:srgbClr val="FE9CB5"/>
      </a:accent2>
      <a:accent3>
        <a:srgbClr val="FEBCCD"/>
      </a:accent3>
      <a:accent4>
        <a:srgbClr val="FFC9D7"/>
      </a:accent4>
      <a:accent5>
        <a:srgbClr val="FFE9EE"/>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594</TotalTime>
  <Words>1179</Words>
  <Application>Microsoft Macintosh PowerPoint</Application>
  <PresentationFormat>寬螢幕</PresentationFormat>
  <Paragraphs>130</Paragraphs>
  <Slides>20</Slides>
  <Notes>7</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20</vt:i4>
      </vt:variant>
    </vt:vector>
  </HeadingPairs>
  <TitlesOfParts>
    <vt:vector size="28" baseType="lpstr">
      <vt:lpstr>Microsoft JhengHei UI</vt:lpstr>
      <vt:lpstr>Arial</vt:lpstr>
      <vt:lpstr>Calibri</vt:lpstr>
      <vt:lpstr>Poppins Medium</vt:lpstr>
      <vt:lpstr>Poppins SemiBold</vt:lpstr>
      <vt:lpstr>Raleway</vt:lpstr>
      <vt:lpstr>Roboto</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macbook</dc:creator>
  <cp:lastModifiedBy>張雅萍-軟體開發處-網銀總部</cp:lastModifiedBy>
  <cp:revision>12</cp:revision>
  <dcterms:created xsi:type="dcterms:W3CDTF">2025-04-10T06:21:39Z</dcterms:created>
  <dcterms:modified xsi:type="dcterms:W3CDTF">2026-07-16T00:05:33Z</dcterms:modified>
</cp:coreProperties>
</file>