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4afe4d7fc4733" /><Relationship Type="http://schemas.openxmlformats.org/officeDocument/2006/relationships/extended-properties" Target="/docProps/app.xml" Id="Rf5e029d0a83a4cb7" /><Relationship Type="http://schemas.openxmlformats.org/officeDocument/2006/relationships/officeDocument" Target="/ppt/presentation.xml" Id="R6c5903831d81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3aade920914371"/>
  </p:sldMasterIdLst>
  <p:notesMasterIdLst>
    <p:notesMasterId xmlns:r="http://schemas.openxmlformats.org/officeDocument/2006/relationships" r:id="Rdd5b241656ad4242"/>
  </p:notesMasterIdLst>
  <p:sldIdLst>
    <p:sldId xmlns:r="http://schemas.openxmlformats.org/officeDocument/2006/relationships" id="256" r:id="R9242b1fdffdd4efb"/>
    <p:sldId xmlns:r="http://schemas.openxmlformats.org/officeDocument/2006/relationships" id="257" r:id="R25f31cee5bf94a3b"/>
    <p:sldId xmlns:r="http://schemas.openxmlformats.org/officeDocument/2006/relationships" id="258" r:id="Rbf1f0f9f85874a77"/>
    <p:sldId xmlns:r="http://schemas.openxmlformats.org/officeDocument/2006/relationships" id="259" r:id="Rdfff461de6d043a6"/>
    <p:sldId xmlns:r="http://schemas.openxmlformats.org/officeDocument/2006/relationships" id="260" r:id="R87a3fca517484f8f"/>
    <p:sldId xmlns:r="http://schemas.openxmlformats.org/officeDocument/2006/relationships" id="261" r:id="R49b3f70ea0ff453d"/>
    <p:sldId xmlns:r="http://schemas.openxmlformats.org/officeDocument/2006/relationships" id="262" r:id="R83e471cf8e4f4da4"/>
    <p:sldId xmlns:r="http://schemas.openxmlformats.org/officeDocument/2006/relationships" id="263" r:id="R21d5b2e8b1b64e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291e1c31134e08" /><Relationship Type="http://schemas.openxmlformats.org/officeDocument/2006/relationships/slideMaster" Target="/ppt/slideMasters/slideMaster1.xml" Id="R653aade920914371" /><Relationship Type="http://schemas.openxmlformats.org/officeDocument/2006/relationships/notesMaster" Target="/ppt/notesMasters/notesMaster1.xml" Id="Rdd5b241656ad4242" /><Relationship Type="http://schemas.openxmlformats.org/officeDocument/2006/relationships/presProps" Target="/ppt/presProps.xml" Id="Re3eeb94f7cc54902" /><Relationship Type="http://schemas.openxmlformats.org/officeDocument/2006/relationships/viewProps" Target="/ppt/viewProps.xml" Id="R52b431bddf5840bd" /><Relationship Type="http://schemas.openxmlformats.org/officeDocument/2006/relationships/tableStyles" Target="/ppt/tableStyles.xml" Id="R7f18725384984d40" /><Relationship Type="http://schemas.openxmlformats.org/officeDocument/2006/relationships/slide" Target="/ppt/slides/slide1.xml" Id="R9242b1fdffdd4efb" /><Relationship Type="http://schemas.openxmlformats.org/officeDocument/2006/relationships/slide" Target="/ppt/slides/slide2.xml" Id="R25f31cee5bf94a3b" /><Relationship Type="http://schemas.openxmlformats.org/officeDocument/2006/relationships/slide" Target="/ppt/slides/slide3.xml" Id="Rbf1f0f9f85874a77" /><Relationship Type="http://schemas.openxmlformats.org/officeDocument/2006/relationships/slide" Target="/ppt/slides/slide4.xml" Id="Rdfff461de6d043a6" /><Relationship Type="http://schemas.openxmlformats.org/officeDocument/2006/relationships/slide" Target="/ppt/slides/slide5.xml" Id="R87a3fca517484f8f" /><Relationship Type="http://schemas.openxmlformats.org/officeDocument/2006/relationships/slide" Target="/ppt/slides/slide6.xml" Id="R49b3f70ea0ff453d" /><Relationship Type="http://schemas.openxmlformats.org/officeDocument/2006/relationships/slide" Target="/ppt/slides/slide7.xml" Id="R83e471cf8e4f4da4" /><Relationship Type="http://schemas.openxmlformats.org/officeDocument/2006/relationships/slide" Target="/ppt/slides/slide8.xml" Id="R21d5b2e8b1b64e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45b8621f1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84dfd16f57400e" /><Relationship Type="http://schemas.openxmlformats.org/officeDocument/2006/relationships/notesMaster" Target="/ppt/notesMasters/notesMaster1.xml" Id="Rccbc3b7496e846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13e28481c4844" /><Relationship Type="http://schemas.openxmlformats.org/officeDocument/2006/relationships/notesMaster" Target="/ppt/notesMasters/notesMaster1.xml" Id="R8f3bd9d00d4346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b32d9a70704e2c" /><Relationship Type="http://schemas.openxmlformats.org/officeDocument/2006/relationships/notesMaster" Target="/ppt/notesMasters/notesMaster1.xml" Id="R65e4c4d0bc1447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3d222702c64ba1" /><Relationship Type="http://schemas.openxmlformats.org/officeDocument/2006/relationships/notesMaster" Target="/ppt/notesMasters/notesMaster1.xml" Id="R38b5f2231d504a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d92a3246dc4f88" /><Relationship Type="http://schemas.openxmlformats.org/officeDocument/2006/relationships/notesMaster" Target="/ppt/notesMasters/notesMaster1.xml" Id="R11f9f8d25bb149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f073f90334885" /><Relationship Type="http://schemas.openxmlformats.org/officeDocument/2006/relationships/notesMaster" Target="/ppt/notesMasters/notesMaster1.xml" Id="R939d1ec6248c48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19895c1db46b9" /><Relationship Type="http://schemas.openxmlformats.org/officeDocument/2006/relationships/notesMaster" Target="/ppt/notesMasters/notesMaster1.xml" Id="R6c6cb75c800e41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88833c783441c" /><Relationship Type="http://schemas.openxmlformats.org/officeDocument/2006/relationships/notesMaster" Target="/ppt/notesMasters/notesMaster1.xml" Id="Rb499c319f59d49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設計＋RD 兩人小團隊利用下班時間開發（2026-06-27 起），全程以 repo 文件為人類與多個 AI 工具的共同介面。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Claude 亦擔任美術管線末端的 Asset Engineer：批量製作 Sprite Sheet 與 JSON（見美術管線頁）。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Contract 從 v1.0 升到 v1.5，每次升版都有 Q-ART 提案與人類裁示紀錄。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94a33d900410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35354406a34a70" /><Relationship Type="http://schemas.openxmlformats.org/officeDocument/2006/relationships/slideLayout" Target="/ppt/slideLayouts/slideLayout1.xml" Id="R94aad9d01ec5403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ad9d01ec5403c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32e5b1a2d4aa4" /><Relationship Type="http://schemas.openxmlformats.org/officeDocument/2006/relationships/notesSlide" Target="/ppt/notesSlides/notesSlide1.xml" Id="Rceb099860aa640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abab88a2549b1" /><Relationship Type="http://schemas.openxmlformats.org/officeDocument/2006/relationships/notesSlide" Target="/ppt/notesSlides/notesSlide2.xml" Id="Rcd110a1e2cfe47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9107fb944f5b" /><Relationship Type="http://schemas.openxmlformats.org/officeDocument/2006/relationships/notesSlide" Target="/ppt/notesSlides/notesSlide3.xml" Id="R49b655610dfd41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c72ab707745c6" /><Relationship Type="http://schemas.openxmlformats.org/officeDocument/2006/relationships/notesSlide" Target="/ppt/notesSlides/notesSlide4.xml" Id="Rad58240bc83944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bc8a29e5d48a1" /><Relationship Type="http://schemas.openxmlformats.org/officeDocument/2006/relationships/notesSlide" Target="/ppt/notesSlides/notesSlide5.xml" Id="Ra3980c90230948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f4f3302324bd7" /><Relationship Type="http://schemas.openxmlformats.org/officeDocument/2006/relationships/notesSlide" Target="/ppt/notesSlides/notesSlide6.xml" Id="R04ed17d90fc64e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23b3e28b043f1" /><Relationship Type="http://schemas.openxmlformats.org/officeDocument/2006/relationships/notesSlide" Target="/ppt/notesSlides/notesSlide7.xml" Id="Ra9c963d9fd3e4d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21c1a57a24a3a" /><Relationship Type="http://schemas.openxmlformats.org/officeDocument/2006/relationships/notesSlide" Target="/ppt/notesSlides/notesSlide8.xml" Id="R859f3332adbf45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2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20DE535-048C-4CCE-96D7-0ABA2A04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46304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>
              <a:alpha val="65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08FE67C-7545-4008-9B29-EBE98BD7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80160" y="484632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>
              <a:alpha val="2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5A6344-0EBE-4535-BD79-5577F5E6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5074920"/>
            <a:ext cx="1110996" cy="925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6FC18C-DE60-4E9E-B950-0C9B8777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531" y="4309567"/>
            <a:ext cx="370332" cy="46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3EFD55E-4A8A-42D0-B86E-61972D86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930" y="4087368"/>
            <a:ext cx="370332" cy="46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CBDA85-5727-46ED-B47E-7044720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017" y="4112057"/>
            <a:ext cx="370332" cy="46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FF60860-85A6-450E-8D01-B450B00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726" y="4383634"/>
            <a:ext cx="345643" cy="4443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2000"/>
            </a:srgbClr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9EE4EC8-08FC-42A4-A985-4F76EA17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85800"/>
            <a:ext cx="658368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04130F-F72D-4CF7-B813-87D01C4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30" y="232258"/>
            <a:ext cx="219456" cy="277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03AA820-5E58-4C6B-82B1-41ACD41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7" y="100584"/>
            <a:ext cx="219456" cy="277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55F5E-1587-4968-8DA6-16CAFDE3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54" y="115214"/>
            <a:ext cx="219456" cy="277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D6BA9F2-89D6-451E-B6F9-EE7F057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71" y="276149"/>
            <a:ext cx="204826" cy="263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>
              <a:alpha val="20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BCA353C-C348-4418-B5CD-21947FF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9E795"/>
                </a:solidFill>
                <a:latin typeface="Microsoft JhengHei"/>
                <a:ea typeface="Microsoft JhengHei"/>
                <a:cs typeface="Microsoft JhengHei"/>
              </a:rPr>
              <a:t>公司 AI 遊戲比賽・繳交文件（一）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1C2AFA4-2A30-4E70-B51A-DDDAF4D6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工具使用清單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226C59-1A8E-42E4-8FE0-DC4E0D6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CrushGameDemo — 27 張任務卡跑完的 Godot 4.6 H5 成品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B863EBA-ECC8-4166-9838-BA2BBC63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7406640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F3C7E">
              <a:alpha val="75000"/>
            </a:srgbClr>
          </a:solidFill>
          <a:ln xmlns:a="http://schemas.openxmlformats.org/drawingml/2006/main" w="12700">
            <a:solidFill>
              <a:srgbClr val="4A5694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18275A-B805-4855-91A9-557BD59F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77640"/>
            <a:ext cx="6949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 AI 幫我做遊戲，而是把 AI 變成可稽核、可複製的生產線。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90036E9-60E6-4E53-AE33-37057B5B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9AA6D6"/>
                </a:solidFill>
                <a:latin typeface="Microsoft JhengHei"/>
                <a:ea typeface="Microsoft JhengHei"/>
                <a:cs typeface="Microsoft JhengHei"/>
              </a:rPr>
              <a:t>已上線：https://crushgamedemo-bloop.web.app</a:t>
            </a:r>
          </a:p>
        </p:txBody>
      </p:sp>
    </p:spTree>
    <p:extLst>
      <p:ext uri="{BB962C8B-B14F-4D97-AF65-F5344CB8AC3E}">
        <p14:creationId xmlns:p14="http://schemas.microsoft.com/office/powerpoint/2010/main" val="59339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F6F4ED-926B-4B97-98CE-3583FE7D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OVERVIEW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691506-373E-422E-9D34-9E6F1084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工具不是主角——每個 AI 只做一件事</a:t>
            </a:r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02920" y="1417320"/>
          <a:ext xmlns:a="http://schemas.openxmlformats.org/drawingml/2006/main" cx="1118311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34640"/>
                <a:gridCol w="3017520"/>
                <a:gridCol w="5330952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工具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模型／版本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負責範圍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Claude／Claude Code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Sonnet 4.6 / 5.0、Fable 5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規劃、規格、治理文件、任務卡；Sprite Sheet＋JSON 資產工程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OpenAI Codex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GPT-5.5、GPT-5.6-SOL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Godot 實作、測試、驗收協作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GPT Image-2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靜態美術素材生成、風格探索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Magnific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角色動畫生成（Idle / Attack / Dead）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agent-sprite-forge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開源 Codex skill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UI 貼紙、icon、暫代素材生成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Suno AI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BGM 生成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5225A1B-5D2F-49E5-AF24-5991F0CC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57800"/>
            <a:ext cx="111831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9E795">
              <a:alpha val="45000"/>
            </a:srgbClr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88AEA2B-C00C-4852-A63C-E0850F7E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分工原則：</a:t>
            </a:r>
            <a:r>
              <a:rPr sz="15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每個工具只做擅長的事，交接靠 repo 文件，不靠聊天記憶。</a:t>
            </a:r>
          </a:p>
        </p:txBody>
      </p:sp>
    </p:spTree>
    <p:extLst>
      <p:ext uri="{BB962C8B-B14F-4D97-AF65-F5344CB8AC3E}">
        <p14:creationId xmlns:p14="http://schemas.microsoft.com/office/powerpoint/2010/main" val="19436028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CC742D-2070-4E9C-AAA7-AF1AB1BF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TOOL 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81A23F-BB44-4D8F-B3AF-3D3D2A04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Claude / Claude Code——把模糊需求變成規格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82C8B6-A94B-4043-9773-AB654393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28090"/>
                </a:solidFill>
                <a:latin typeface="Microsoft JhengHei"/>
                <a:ea typeface="Microsoft JhengHei"/>
                <a:cs typeface="Microsoft JhengHei"/>
              </a:rPr>
              <a:t>使用模型／來源　</a:t>
            </a:r>
            <a:r>
              <a:rPr sz="13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Claude Sonnet 4.6 → Sonnet 5.0 → Fable 5（依開發期間陸續使用）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850346-5E93-4339-9EA2-37AC8DE0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5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71E5717-900B-4B07-A31B-B935DBE2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5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9243E1A-B8D4-462C-B1DD-F817595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088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規格與資料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將企劃轉為 Docs/ 規格與 Data/*.json——數值文案單一真實來源，禁止寫死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E30334C-A0D7-4A40-AFAB-86CA8735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163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90F8EB-E9A5-4283-9A46-16D18A7A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163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B9C69FC-1598-41B6-B3C3-06396FAE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8336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治理迴圈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整理 OPEN_QUESTIONS 選項 → 人類拍板 → 寫入 DECISIONS（append-only）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2574FF4-D90C-4DD4-A9E8-C95ADB79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5D6699-62F6-4731-92B2-D4A297D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833FB31-7D46-49B2-8F40-5F9914EE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9584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任務規劃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規劃 27 張 Codex 任務卡，邊界明確、一次一張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D8249A-4BCC-45D5-B483-29D01A1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88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6EDE53-6CE7-4330-A981-907E4F49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88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8A145D3-32AE-4966-BEC6-2992492E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0832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雲端協作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透過 Firebase CLI＋瀏覽器協助 Auth／Firestore／Hosting 佈建與部署驗證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1E0F5F2-4EE5-4846-94DD-222611B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74520"/>
            <a:ext cx="3319272" cy="278892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5875">
            <a:solidFill>
              <a:srgbClr val="F9616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F2593E-6EE0-46F9-961E-661073A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10312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人類把關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2144F07-6FB7-4EDA-ABDC-F6EB8732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14600"/>
            <a:ext cx="27889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核心玩法、功能範圍、雲端權限、美術規格變更與新系統是否啟用，均由人類拍板；登入與憑證由人類親手操作。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5DC89C3-C283-4FF9-A79A-9D2A0CDD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0"/>
            <a:ext cx="11183112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E3D690C-EFC8-4CBB-AE1B-20D2A2B4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0"/>
            <a:ext cx="10698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Repo 證據　</a:t>
            </a:r>
            <a:r>
              <a:rPr sz="115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Planning/01_AI_WORKFLOW_STRATEGY.md・Docs/DECISIONS.md・Firebase/README.md・任務卡 12/13/17</a:t>
            </a:r>
          </a:p>
        </p:txBody>
      </p:sp>
    </p:spTree>
    <p:extLst>
      <p:ext uri="{BB962C8B-B14F-4D97-AF65-F5344CB8AC3E}">
        <p14:creationId xmlns:p14="http://schemas.microsoft.com/office/powerpoint/2010/main" val="8339733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C27156-993C-45C0-87BC-5E316A3B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TOOL 2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135793-9214-4035-B5CC-E8BA5504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OpenAI Codex——把任務卡變成可玩的 H5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BA981A-8CE2-417A-B77D-924B80D2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28090"/>
                </a:solidFill>
                <a:latin typeface="Microsoft JhengHei"/>
                <a:ea typeface="Microsoft JhengHei"/>
                <a:cs typeface="Microsoft JhengHei"/>
              </a:rPr>
              <a:t>使用模型／來源　</a:t>
            </a:r>
            <a:r>
              <a:rPr sz="13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GPT-5.5、GPT-5.6-SOL（依開發期間陸續使用）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3CEEBB2-7A0D-45EA-97D9-CD5372EC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5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00F6BB-CB9E-42F3-87B1-51575BF6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5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1E1229B-F7D7-44D4-AA07-EC2BD7C1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088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實作產出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專案骨架、狀態機、下注／戰鬥循環、UI、動畫、特效、音訊服務、排行榜、H5 相容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5C5A90-3DA1-462F-978D-96EBB309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163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BB68B1-883D-4DA3-9D9E-B27FD303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163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71C4B9-991D-4A02-AFB4-86712010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8336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工作紀律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開工先讀 AGENTS.md 與當前任務卡；一次一張卡；不確定就停下寫 Q，不猜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6625395-DF24-451A-849A-68CD44CA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8F588E-56A7-4075-82EE-C0E1A84F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04B0CC0-4AA9-488A-936E-B20D3920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9584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自動驗收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桌面實跑、headless 測試、JSON 驗證、狀態截圖、H5 匯出實測、破壞性測試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353C98D-0295-4F08-B959-9AA8CC60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88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E7D3B7D-F52E-4815-9415-2BDE4437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88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DCEB009-00D2-4C79-8732-DD2C726B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0832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素材接入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正式素材與 placeholder 雙入口、缺檔自動 fallback 不崩潰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ADE80EC-6710-4518-9644-AF9F025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74520"/>
            <a:ext cx="3319272" cy="278892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5875">
            <a:solidFill>
              <a:srgbClr val="F9616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67BD257-DD6A-44B0-B334-FFE654A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10312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人類把關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AF6574C-5287-4E9C-B473-3FA86CEC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14600"/>
            <a:ext cx="27889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人類實際遊玩檢視畫面、手感、文案與版面，提出修正並完成最終驗收。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8FBE603-209E-4D84-8511-827FDC26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0"/>
            <a:ext cx="11183112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7ECA6FC-281C-406E-B422-3E570B9E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0"/>
            <a:ext cx="10698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Repo 證據　</a:t>
            </a:r>
            <a:r>
              <a:rPr sz="115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AGENTS.md・Codex/01–27・Codex/VALIDATION_CHECKLIST.md・Scripts/・Scenes/</a:t>
            </a:r>
          </a:p>
        </p:txBody>
      </p:sp>
    </p:spTree>
    <p:extLst>
      <p:ext uri="{BB962C8B-B14F-4D97-AF65-F5344CB8AC3E}">
        <p14:creationId xmlns:p14="http://schemas.microsoft.com/office/powerpoint/2010/main" val="1005640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7C1407-B1F4-4305-A167-E271DD3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TOOL 3-4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084509-C098-4A8B-A173-1AA9EB52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美術管線——把 AI 圖變成可直接整合的遊戲資產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9A1B47-0490-4F9A-BE2D-03F6E568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202996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C8E765-3493-488F-B48C-0F7CB277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202996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GPT Image-2
</a:t>
            </a:r>
            <a:r>
              <a:rPr sz="105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靜態素材生成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52B561E-C6C9-4E2B-95A0-620E45F3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189738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368AFB3-CBC3-4E05-8451-F76930EF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63040"/>
            <a:ext cx="202996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5B8647C-84E3-4E1D-98A3-EA648BE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63040"/>
            <a:ext cx="202996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Photoshop
</a:t>
            </a:r>
            <a:r>
              <a:rPr sz="105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標準化（非 AI）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9C08B55-23DE-414F-AE51-E364BAED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89738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611665-B93D-48EE-B867-EDE1772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63040"/>
            <a:ext cx="202996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13CDFF2-09D5-4AD8-951D-A02D23F2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63040"/>
            <a:ext cx="202996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Magnific
</a:t>
            </a:r>
            <a:r>
              <a:rPr sz="105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角色動畫生成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A8CF18-D61E-43A8-94E0-C195EAC1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189738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1D0027-7ECA-4AA3-95D4-FDC6D6B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463040"/>
            <a:ext cx="202996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3F7"/>
          </a:solidFill>
          <a:ln xmlns:a="http://schemas.openxmlformats.org/drawingml/2006/main" w="12700">
            <a:solidFill>
              <a:srgbClr val="C9CDD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EA6F6F-E950-4A20-BA21-6D6FFD70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463040"/>
            <a:ext cx="202996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AE
</a:t>
            </a:r>
            <a:r>
              <a:rPr sz="105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序列圖（非 AI）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1D00F17-97F9-4425-93E4-5C14864A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1897380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A91B0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AF6A276-876A-4870-92C8-CD80EED7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463040"/>
            <a:ext cx="2029968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7C40EE2-823D-4843-8231-26BA018F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463040"/>
            <a:ext cx="202996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Claude
</a:t>
            </a:r>
            <a:r>
              <a:rPr sz="1050">
                <a:solidFill>
                  <a:srgbClr val="E4E9FF"/>
                </a:solidFill>
                <a:latin typeface="Microsoft JhengHei"/>
                <a:ea typeface="Microsoft JhengHei"/>
                <a:cs typeface="Microsoft JhengHei"/>
              </a:rPr>
              <a:t>Sprite Sheet＋JSON</a:t>
            </a:r>
          </a:p>
        </p:txBody>
      </p:sp>
      <p:graphicFrame>
        <p:nvGraphicFramePr>
          <p:cNvPr id="43" name="Table 0"/>
          <p:cNvGraphicFramePr/>
          <p:nvPr/>
        </p:nvGraphicFramePr>
        <p:xfrm>
          <a:off xmlns:a="http://schemas.openxmlformats.org/drawingml/2006/main" x="502920" y="2697480"/>
          <a:ext xmlns:a="http://schemas.openxmlformats.org/drawingml/2006/main" cx="60350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38862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能力邊界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2F3C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GPT Image-2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靜態素材生成、風格探索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Photoshop（非 AI）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去背、Resize、Canvas 統一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Magnific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角色動畫生成（Idle / Attack / Dead）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AE（非 AI）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動態去背、透明 PNG 序列圖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2F3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Claude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2A2A3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批量 Sprite Sheet＋JSON 資產工程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E2E4EE"/>
                      </a:solidFill>
                      <a:prstDash val="solid"/>
                    </a:lnL>
                    <a:lnR w="12700" cmpd="sng">
                      <a:solidFill>
                        <a:srgbClr val="E2E4EE"/>
                      </a:solidFill>
                      <a:prstDash val="solid"/>
                    </a:lnR>
                    <a:lnT w="12700" cmpd="sng">
                      <a:solidFill>
                        <a:srgbClr val="E2E4EE"/>
                      </a:solidFill>
                      <a:prstDash val="solid"/>
                    </a:lnT>
                    <a:lnB w="12700" cmpd="sng">
                      <a:solidFill>
                        <a:srgbClr val="E2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5352E0E-39DD-4AA3-838F-88B0252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43200"/>
            <a:ext cx="4873752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1CCB60F-3EA1-4122-A0B3-BAEEA59B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743200"/>
            <a:ext cx="4434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為何不讓 AI 直接生 Sprite Sheet？
</a:t>
            </a:r>
            <a:r>
              <a:rPr sz="10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逐幀角色不一致、比例漂移——改用「動畫影片→序列圖」更穩定。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EC04ECD-5BB7-4AB4-862A-268E39AC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94760"/>
            <a:ext cx="4873752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4806C77-B825-4B7F-9346-82AB4E8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794760"/>
            <a:ext cx="4434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agent-sprite-forge（開源 Codex skill）
</a:t>
            </a:r>
            <a:r>
              <a:rPr sz="10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github.com/0x0funky/agent-sprite-forge：早期驗證＋UI 貼紙與暫代圖。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45A4796-5A68-4AFC-BA9A-7C47E118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846320"/>
            <a:ext cx="4873752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2700">
            <a:solidFill>
              <a:srgbClr val="F96167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9BBF772-E062-479B-B634-87ACE090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846320"/>
            <a:ext cx="4434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人類把關
</a:t>
            </a:r>
            <a:r>
              <a:rPr sz="105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設計擔任 AI Art Director 把關風格一致性；規格衝突走 Q-ART → Contract 升版（v1.0→v1.5）。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584FD1D-66DF-40B7-936B-C6DE4BB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807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詳細八階段流程見繳交文件第九章（Planning/08）與《AI 工作流程圖》簡報。</a:t>
            </a:r>
          </a:p>
        </p:txBody>
      </p:sp>
    </p:spTree>
    <p:extLst>
      <p:ext uri="{BB962C8B-B14F-4D97-AF65-F5344CB8AC3E}">
        <p14:creationId xmlns:p14="http://schemas.microsoft.com/office/powerpoint/2010/main" val="20916669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95ECB5-D638-4664-922F-65BD3A77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TOOL 5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4A57FF-0CF0-4E67-A7C7-7C8856A4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Suno AI——讓 AI 音樂進得了正式版本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F910F-9260-46AC-8440-5F1C535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28090"/>
                </a:solidFill>
                <a:latin typeface="Microsoft JhengHei"/>
                <a:ea typeface="Microsoft JhengHei"/>
                <a:cs typeface="Microsoft JhengHei"/>
              </a:rPr>
              <a:t>使用模型／來源　</a:t>
            </a:r>
            <a:r>
              <a:rPr sz="135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Suno AI（BGM）；SFX 取自免費音效素材庫（非 AI）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0E6FF4-77E9-410D-A559-092875C3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5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8CE4E5-37FF-41C0-8C0B-09572DCF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5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6D86FA0-A191-45F3-934E-B445904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088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BGM 生成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主遊戲 BGM 由 Suno AI 生成，依 Data/audio.json 資料驅動接入播放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AEDE5C-16E9-4D24-85E9-555A500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163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5D7509-BC1D-4D97-A577-40874A22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163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604617-D2CA-48B6-B85B-19783F2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8336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誠實區分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SFX 不使用 AI——取自免費音效素材庫，清楚標示 AI 與非 AI 產出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6428DE7-AB84-4FDF-A031-076F00EE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4050B6-2C71-4E90-9BA9-0F2B4DC7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3FCA6A-A737-49AF-B058-F93444B3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9584"/>
            <a:ext cx="6903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缺檔設計　</a:t>
            </a:r>
            <a:r>
              <a:rPr sz="13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任何音檔缺失自動 fallback 靜音，遊戲不崩潰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BD48D13-172E-4AE5-A542-2E4A191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74520"/>
            <a:ext cx="3319272" cy="278892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5875">
            <a:solidFill>
              <a:srgbClr val="F96167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6F6806-94C9-4A2C-B78A-80733107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10312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人類把關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D6FED5-B2B8-4B56-A19F-06A61BB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14600"/>
            <a:ext cx="27889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曲風方向與採用與否由參賽者試聽決定。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B9F0488-42C2-4BDA-8858-4D77F2D7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0"/>
            <a:ext cx="11183112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C0E95C3-F8C7-41E0-A1E6-C76F183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9280"/>
            <a:ext cx="10698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Repo 證據　</a:t>
            </a:r>
            <a:r>
              <a:rPr sz="115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Data/audio.json・Docs/SFX_PRODUCTION_LIST.md・Assets/final/audio/</a:t>
            </a:r>
          </a:p>
        </p:txBody>
      </p:sp>
    </p:spTree>
    <p:extLst>
      <p:ext uri="{BB962C8B-B14F-4D97-AF65-F5344CB8AC3E}">
        <p14:creationId xmlns:p14="http://schemas.microsoft.com/office/powerpoint/2010/main" val="593987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08A4A7-706C-4F3E-B1EE-CAAF51C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BY THE NUMBERS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5E7C6D-09CF-4DBE-8F35-75468AE8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不是報告：每個數字都有 repo 證據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399CF5-A223-42F4-9580-76053EA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3611880" cy="16002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91E5D3-77FB-46A4-A70B-373AA922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120+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EB1C934-D141-47B7-BBED-1F419288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87168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Git commits　每一步可追溯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5808F73-67EA-479E-B173-3EAD2ED7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463040"/>
            <a:ext cx="3611880" cy="16002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102984-6743-495C-AD2B-BC6C85E2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572768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A568E7-91F6-45BA-96EB-AF57C365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487168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任務卡　全數完成且有 Git 紀錄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53C71EA-9308-4127-AABC-4EBD612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463040"/>
            <a:ext cx="3611880" cy="16002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B958C2F-7EB5-4CF2-BD30-50D3D2F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72768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997EB8E-CB6A-4D83-834D-F5ACAC8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2487168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人類決策　D-001–D-025 可查核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740CB0-D61C-4750-B6AF-CFC99EA0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19272"/>
            <a:ext cx="3611880" cy="16002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DEFEF"/>
          </a:solidFill>
          <a:ln xmlns:a="http://schemas.openxmlformats.org/drawingml/2006/main" w="15875">
            <a:solidFill>
              <a:srgbClr val="F9616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D766AC-0722-4518-A7B2-FD023EEB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3EF144-EDBC-4C75-AF69-6303C641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AI 停下提問　全數經人類裁示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F7463EC-DFEC-478C-BFC6-73A112CF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319272"/>
            <a:ext cx="3611880" cy="16002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E0D80F-B27A-444A-8969-A7E9845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42900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5,500+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88FA3CF-5427-4756-9B7E-AD38BE1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GDScript　可執行成品，不只企劃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7F6056F-7F77-49D3-8292-77ACBBD7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319272"/>
            <a:ext cx="3611880" cy="16002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2F3F7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A0A86B-6423-426A-AC3F-2E11587A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42900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87CCD5E-9A1F-498F-B45E-16D6622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A2A35"/>
                </a:solidFill>
                <a:latin typeface="Microsoft JhengHei"/>
                <a:ea typeface="Microsoft JhengHei"/>
                <a:cs typeface="Microsoft JhengHei"/>
              </a:rPr>
              <a:t>JSON 設定檔　數值與文案資料驅動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E60DDF8-4538-4777-8469-792E821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57800"/>
            <a:ext cx="111831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9E795">
              <a:alpha val="45000"/>
            </a:srgbClr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527A3C6-7213-4952-8343-C22B484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2F3C7E"/>
                </a:solidFill>
                <a:latin typeface="Microsoft JhengHei"/>
                <a:ea typeface="Microsoft JhengHei"/>
                <a:cs typeface="Microsoft JhengHei"/>
              </a:rPr>
              <a:t>可玩證據：Google 登入＋Firebase 排行榜 H5 成品　https://crushgamedemo-bloop.web.app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D7C5A6F-B522-4A1A-92DD-D5A1E01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6F85"/>
                </a:solidFill>
                <a:latin typeface="Microsoft JhengHei"/>
                <a:ea typeface="Microsoft JhengHei"/>
                <a:cs typeface="Microsoft JhengHei"/>
              </a:rPr>
              <a:t>開發期間：2026-06-27 起，設計＋RD 兩人小團隊、下班時間迭代。</a:t>
            </a:r>
          </a:p>
        </p:txBody>
      </p:sp>
    </p:spTree>
    <p:extLst>
      <p:ext uri="{BB962C8B-B14F-4D97-AF65-F5344CB8AC3E}">
        <p14:creationId xmlns:p14="http://schemas.microsoft.com/office/powerpoint/2010/main" val="3853964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22B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4D58C5-57E9-4DFE-8C07-F51C9ABC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1051560"/>
            <a:ext cx="82296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876892C-FB9E-42EE-A898-4FF9910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484632"/>
            <a:ext cx="274320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81F61A-D0FA-4CD0-B086-DDA03A70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176" y="320040"/>
            <a:ext cx="274320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035D7A-3BB9-4EBE-BD6B-F5A61532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338328"/>
            <a:ext cx="274320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8DDF75E-E3B6-478E-818A-D2958F26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544" y="539496"/>
            <a:ext cx="256032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1F95B4-CF81-4FBC-A73D-05C1A7CB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85800"/>
            <a:ext cx="10515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可稽核、可重現、可直接玩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6DF5001-1E3C-4751-8CFE-1FEAC4E3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938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143622-4652-482F-B907-D9F4E902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938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F41C6F-69DC-4F80-8B51-B6A5A466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78308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人類負最終責任  </a:t>
            </a:r>
            <a:r>
              <a:rPr sz="14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遊戲方向、功能取捨、帳號授權、美術採用、最終驗收——均由參賽者負責。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FC36BAA-07CB-431D-8B69-EA9BB5C1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5351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FB4AF66-1364-48C2-B514-26C18E4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535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F317D66-A2D6-454D-9797-72E9E420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807208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的使用範圍  </a:t>
            </a:r>
            <a:r>
              <a:rPr sz="14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規劃、程式、美術協作、雲端操作、驗證與文件整理。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59EEE07-0AB5-49AC-B003-C613088E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5087554-17AB-400F-883C-9179084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0513659-4EF6-4D5D-B9D6-ED36561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831336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不誇大  </a:t>
            </a:r>
            <a:r>
              <a:rPr sz="14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本清單依已發生且經參賽者驗證的 repo 紀錄整理，未將未完成工作寫成完成。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940122A-5D70-4BC8-BDEA-7E842E86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017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630903A-B636-4752-9704-81926BE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017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22B5C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17E89F2-2160-4DBE-93D6-A0C054C7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55464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全程可查核  </a:t>
            </a:r>
            <a:r>
              <a:rPr sz="1450">
                <a:solidFill>
                  <a:srgbClr val="C9D2F0"/>
                </a:solidFill>
                <a:latin typeface="Microsoft JhengHei"/>
                <a:ea typeface="Microsoft JhengHei"/>
                <a:cs typeface="Microsoft JhengHei"/>
              </a:rPr>
              <a:t>規格、決策、任務卡、Git 歷史一應俱全，全部證據可於 repo 查核。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CAF8D19-6F51-4E1A-9C5B-06DD5BDD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9AA6D6"/>
                </a:solidFill>
                <a:latin typeface="Microsoft JhengHei"/>
                <a:ea typeface="Microsoft JhengHei"/>
                <a:cs typeface="Microsoft JhengHei"/>
              </a:rPr>
              <a:t>CrushGameDemo・AI 工具使用清單</a:t>
            </a:r>
          </a:p>
        </p:txBody>
      </p:sp>
    </p:spTree>
    <p:extLst>
      <p:ext uri="{BB962C8B-B14F-4D97-AF65-F5344CB8AC3E}">
        <p14:creationId xmlns:p14="http://schemas.microsoft.com/office/powerpoint/2010/main" val="134330612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2026-07-15T17:27:37.6570000Z</dcterms:created>
  <dcterms:modified xsi:type="dcterms:W3CDTF">2026-07-15T17:27:37.6570000Z</dcterms:modified>
</coreProperties>
</file>